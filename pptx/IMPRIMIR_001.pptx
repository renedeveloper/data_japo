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58" r:id="rId9"/>
    <p:sldId id="264" r:id="rId10"/>
    <p:sldId id="273" r:id="rId11"/>
    <p:sldId id="274" r:id="rId12"/>
    <p:sldId id="275" r:id="rId13"/>
    <p:sldId id="276" r:id="rId14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DDB60-9F1C-EDF7-4AB3-9ADC93209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255479-3892-DB1A-8DE2-DD187BDCD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4AD299-185A-3142-F4EA-5B488198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ED2F4C-6D2F-F080-CF5C-268CE91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19B84-239D-3CFF-F609-FD239FE7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320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7A7A3-E74D-F9B9-FED4-2886B00B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A8683-E950-01E5-4CC5-04EC1300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B4491A-CB55-3151-398C-551D0412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743870-35C8-E02A-E8E0-F15A298E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712440-94C6-EAE4-1D02-314DF270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161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91676-FBA4-B604-C395-57FF6552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84E330-8D4D-7CF0-C1F0-BABED57BF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F3E133-57A8-2F53-C208-71583CCF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3A4DBB-C9DD-5982-5435-26A2A23E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F7898-C5FD-7173-E046-8FE76637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696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EA2D3-1B5E-C75A-51E4-EAE985BF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E8829-78F3-D198-61DF-1F4DD1C1E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1073C5-6D48-B766-405F-FA305D831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53A5DE-8C81-4BBA-6D1D-47CBF7ABC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3A98B2-0572-AB48-5324-789A2E95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3F2FCB-45F3-758B-9286-ECDACC19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370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39EEA-6BB5-984C-B2F8-FDB0C911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45F838-438C-15A2-A692-B8F2985EA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52061F-D32E-94C5-60F0-830F380A5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D1ABCF-A98E-43BB-90DC-3DF74B2F3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E10AE1-3425-E776-3E1A-D6D5C4509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C87161-81D6-11A7-B729-C116699E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EFC481-F754-A387-EE5E-D0D9BF0A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E12DD3-20DF-7849-97AA-8D175E7F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66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64293-5582-60DE-0D07-85279E4A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82C14D-E8B7-44D1-C26E-8C74F6E9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FDDC61-5D4E-0B82-2C14-27B8529F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80ABA9-943D-AC69-A7C9-A6472918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735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74BB6F-7612-A99B-F47E-59863716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773EE7-07F2-BF30-826B-3C3EAB6A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D0D430-8A9C-5028-D2E2-2CFA3BB0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47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4E00C-3988-E96E-A4F9-DF28B4C7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124AD1-408A-E34C-56B3-98E7136C0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7023F3-2ADD-692E-1377-CD4858716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EF1D82-B947-A1A8-D74B-9920C771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BEFBB9-C390-3E99-9ADD-2128C7FE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F32125-2B7F-7872-A3F6-594B1CA7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735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D6864-16B8-BCF6-A8A0-20445BB3F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6B823FD-7B2F-A4CB-BF20-9F8006B65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67F621-25D9-124D-62F6-C2CE8DB0E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0B3BF1-13B0-118C-CE7E-1E0BA783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6FE1FE-39E0-AE10-2BDC-ED02CDD9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34D2FF-D976-8925-FB3B-13BA9011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874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6B129-0EE3-A39A-443D-B2E7D02A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EC4EB0-457E-691B-BD52-2A8CBA45B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C2FF15-A5A3-D3DC-7236-99BA08E5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06AA-0AEC-0F7B-68EA-CF3E0042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4B1E9-303D-1E38-7623-EB8FBDFE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001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3642B6-BF88-F82C-F105-0C687C729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B0B365-A046-3AEC-F96E-D25BBA8B2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F0163-54B1-1569-F397-068FFB6F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0DCD99-BC35-1BF8-60EB-FC137658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B0A23-4D23-A9CB-498C-9BBC5286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650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3B781B-FC3E-6032-5B46-3D1830E9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96A2F4-BC4A-0535-5CE1-F613E4660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2DBE8-5392-0FBE-6687-983938875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762235-108A-D8C0-8319-55B07CD57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1E155-7CBD-FCFE-724C-BC8B00A6F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606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aponesbasico.com/abecedario-japones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A7F41B4-5898-7BA9-09AC-C22F81908C0A}"/>
              </a:ext>
            </a:extLst>
          </p:cNvPr>
          <p:cNvSpPr txBox="1"/>
          <p:nvPr/>
        </p:nvSpPr>
        <p:spPr>
          <a:xfrm>
            <a:off x="832569" y="3375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短い白いサイ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307EE8-7379-3A1C-D3A3-0C1F0BB4FC54}"/>
              </a:ext>
            </a:extLst>
          </p:cNvPr>
          <p:cNvSpPr txBox="1"/>
          <p:nvPr/>
        </p:nvSpPr>
        <p:spPr>
          <a:xfrm>
            <a:off x="728221" y="2341717"/>
            <a:ext cx="105080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短い灰色のサイ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9D767A-351F-5A17-2D5A-B5EA3CBA6646}"/>
              </a:ext>
            </a:extLst>
          </p:cNvPr>
          <p:cNvSpPr txBox="1"/>
          <p:nvPr/>
        </p:nvSpPr>
        <p:spPr>
          <a:xfrm>
            <a:off x="728221" y="4203765"/>
            <a:ext cx="903324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短い黒いサイ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373B99-4FCF-9563-709D-A2DF35B5D148}"/>
              </a:ext>
            </a:extLst>
          </p:cNvPr>
          <p:cNvSpPr txBox="1"/>
          <p:nvPr/>
        </p:nvSpPr>
        <p:spPr>
          <a:xfrm>
            <a:off x="728221" y="5594426"/>
            <a:ext cx="1861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mijikai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kuroi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sai</a:t>
            </a:r>
            <a:endParaRPr lang="es-CL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0214D8-57DC-BADD-357A-268F3BE546E2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mijikai</a:t>
            </a:r>
            <a:r>
              <a:rPr lang="es-CL" dirty="0"/>
              <a:t> </a:t>
            </a:r>
            <a:r>
              <a:rPr lang="es-CL" dirty="0" err="1"/>
              <a:t>haiiro</a:t>
            </a:r>
            <a:r>
              <a:rPr lang="es-CL" dirty="0"/>
              <a:t> no </a:t>
            </a:r>
            <a:r>
              <a:rPr lang="es-CL" dirty="0" err="1"/>
              <a:t>sai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94E19CE-1A7F-5B5C-6122-FBF3B52CD54D}"/>
              </a:ext>
            </a:extLst>
          </p:cNvPr>
          <p:cNvSpPr txBox="1"/>
          <p:nvPr/>
        </p:nvSpPr>
        <p:spPr>
          <a:xfrm>
            <a:off x="841996" y="1720900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mijikai</a:t>
            </a:r>
            <a:r>
              <a:rPr lang="es-CL" dirty="0"/>
              <a:t> </a:t>
            </a:r>
            <a:r>
              <a:rPr lang="es-CL" dirty="0" err="1"/>
              <a:t>shiroi</a:t>
            </a:r>
            <a:r>
              <a:rPr lang="es-CL" dirty="0"/>
              <a:t> </a:t>
            </a:r>
            <a:r>
              <a:rPr lang="es-CL" dirty="0" err="1"/>
              <a:t>sai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4965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1CB9-E0D6-C4DB-D9C0-1404075E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ADE9820-0543-DE99-5739-4F876BED58D7}"/>
              </a:ext>
            </a:extLst>
          </p:cNvPr>
          <p:cNvSpPr txBox="1"/>
          <p:nvPr/>
        </p:nvSpPr>
        <p:spPr>
          <a:xfrm>
            <a:off x="832569" y="337574"/>
            <a:ext cx="105080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小さな茶色の犬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9CC18BB-6C42-0664-A619-D927E7261508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chīsana</a:t>
            </a:r>
            <a:r>
              <a:rPr lang="es-CL" dirty="0"/>
              <a:t> chairo no </a:t>
            </a:r>
            <a:r>
              <a:rPr lang="es-CL" dirty="0" err="1"/>
              <a:t>inu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4426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CD14-E326-4C75-4FC4-88133CBC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DFE77CE-A1F8-1A06-E50B-04A1CC6396E6}"/>
              </a:ext>
            </a:extLst>
          </p:cNvPr>
          <p:cNvSpPr txBox="1"/>
          <p:nvPr/>
        </p:nvSpPr>
        <p:spPr>
          <a:xfrm>
            <a:off x="832569" y="337574"/>
            <a:ext cx="105080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小さな茶色の犬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E14E65-5BAF-32A9-B9C2-2E6E88384DDC}"/>
              </a:ext>
            </a:extLst>
          </p:cNvPr>
          <p:cNvSpPr txBox="1"/>
          <p:nvPr/>
        </p:nvSpPr>
        <p:spPr>
          <a:xfrm>
            <a:off x="728221" y="2341717"/>
            <a:ext cx="1348798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中くらいの赤い鼠</a:t>
            </a:r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787F6FA-78B1-7F46-E9FA-04E76A075EA3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8C72F6-548A-7756-B154-F8294B110586}"/>
              </a:ext>
            </a:extLst>
          </p:cNvPr>
          <p:cNvSpPr txBox="1"/>
          <p:nvPr/>
        </p:nvSpPr>
        <p:spPr>
          <a:xfrm>
            <a:off x="728221" y="5594426"/>
            <a:ext cx="1861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mijikai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kuroi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sai</a:t>
            </a:r>
            <a:endParaRPr lang="es-CL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7DAE392-DD88-551C-D7FD-368EF569F7FA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2DF606-7AB6-C8B2-7B18-761533AF4E59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chīsana</a:t>
            </a:r>
            <a:r>
              <a:rPr lang="es-CL" dirty="0"/>
              <a:t> chairo no </a:t>
            </a:r>
            <a:r>
              <a:rPr lang="es-CL" dirty="0" err="1"/>
              <a:t>inu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5268B9-F2D4-FF10-5E89-CC0055BE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99622"/>
            <a:ext cx="4767768" cy="47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0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2352-2C1E-3D82-894A-4A74A3FA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3BC137-FF8A-8183-2015-E7CB348DE213}"/>
              </a:ext>
            </a:extLst>
          </p:cNvPr>
          <p:cNvSpPr txBox="1"/>
          <p:nvPr/>
        </p:nvSpPr>
        <p:spPr>
          <a:xfrm>
            <a:off x="209232" y="110337"/>
            <a:ext cx="1198276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中くらいの赤い鼠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861B9D-CB03-8AE4-1FAD-CA1D96487EF3}"/>
              </a:ext>
            </a:extLst>
          </p:cNvPr>
          <p:cNvSpPr txBox="1"/>
          <p:nvPr/>
        </p:nvSpPr>
        <p:spPr>
          <a:xfrm>
            <a:off x="340817" y="1669872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nakakurai</a:t>
            </a:r>
            <a:r>
              <a:rPr lang="es-CL" dirty="0"/>
              <a:t> no </a:t>
            </a:r>
            <a:r>
              <a:rPr lang="es-CL" dirty="0" err="1"/>
              <a:t>akai</a:t>
            </a:r>
            <a:r>
              <a:rPr lang="es-CL" dirty="0"/>
              <a:t> </a:t>
            </a:r>
            <a:r>
              <a:rPr lang="es-CL" dirty="0" err="1"/>
              <a:t>nezumi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680BD0-8980-1CB8-B471-5D3BAE6B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00" y="1772239"/>
            <a:ext cx="4961468" cy="496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8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DBC92-B8C1-6697-9196-7DFAADD0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2BCD0CB-C391-930E-0E76-669150BD2D5E}"/>
              </a:ext>
            </a:extLst>
          </p:cNvPr>
          <p:cNvSpPr txBox="1"/>
          <p:nvPr/>
        </p:nvSpPr>
        <p:spPr>
          <a:xfrm>
            <a:off x="832569" y="337574"/>
            <a:ext cx="52020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----------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901B4B-4E5D-0061-6ACC-B2DF19DBAEA3}"/>
              </a:ext>
            </a:extLst>
          </p:cNvPr>
          <p:cNvSpPr txBox="1"/>
          <p:nvPr/>
        </p:nvSpPr>
        <p:spPr>
          <a:xfrm>
            <a:off x="728221" y="2341717"/>
            <a:ext cx="16898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43857E-B47D-4E3A-5FC6-276E97CFF39A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D56023-D61E-E9CB-A8BA-887E05187856}"/>
              </a:ext>
            </a:extLst>
          </p:cNvPr>
          <p:cNvSpPr txBox="1"/>
          <p:nvPr/>
        </p:nvSpPr>
        <p:spPr>
          <a:xfrm>
            <a:off x="728220" y="5594426"/>
            <a:ext cx="405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.---------------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AD6272A-744F-2628-D784-0559CE736214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8E0D1DC-F5E2-979B-0F0F-A969157CE6BA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-----------</a:t>
            </a:r>
          </a:p>
        </p:txBody>
      </p:sp>
    </p:spTree>
    <p:extLst>
      <p:ext uri="{BB962C8B-B14F-4D97-AF65-F5344CB8AC3E}">
        <p14:creationId xmlns:p14="http://schemas.microsoft.com/office/powerpoint/2010/main" val="195105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9B3C6-573C-8515-6887-DC299751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7C51342-4913-F2FD-8FD6-1CE041E80CA6}"/>
              </a:ext>
            </a:extLst>
          </p:cNvPr>
          <p:cNvSpPr txBox="1"/>
          <p:nvPr/>
        </p:nvSpPr>
        <p:spPr>
          <a:xfrm>
            <a:off x="832569" y="337574"/>
            <a:ext cx="52020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----------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261D5F-E127-8209-8DF0-8989738DCEC0}"/>
              </a:ext>
            </a:extLst>
          </p:cNvPr>
          <p:cNvSpPr txBox="1"/>
          <p:nvPr/>
        </p:nvSpPr>
        <p:spPr>
          <a:xfrm>
            <a:off x="728221" y="2341717"/>
            <a:ext cx="16898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CCC83FB-52CD-94E1-7EB4-68E611AFABD0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F11C979-3C04-4775-7EEE-80C739DF921F}"/>
              </a:ext>
            </a:extLst>
          </p:cNvPr>
          <p:cNvSpPr txBox="1"/>
          <p:nvPr/>
        </p:nvSpPr>
        <p:spPr>
          <a:xfrm>
            <a:off x="728220" y="5594426"/>
            <a:ext cx="405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.---------------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254B219-8CFE-1EEE-AD6B-162F1083ABCE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FFAAB78-0AE7-FF23-9F8B-64979C0B4881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-----------</a:t>
            </a:r>
          </a:p>
        </p:txBody>
      </p:sp>
    </p:spTree>
    <p:extLst>
      <p:ext uri="{BB962C8B-B14F-4D97-AF65-F5344CB8AC3E}">
        <p14:creationId xmlns:p14="http://schemas.microsoft.com/office/powerpoint/2010/main" val="362845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9BFD8-54F7-C66C-ACF8-909978C6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B2428E9-FBA6-66D7-3F60-24F396D6DB70}"/>
              </a:ext>
            </a:extLst>
          </p:cNvPr>
          <p:cNvSpPr txBox="1"/>
          <p:nvPr/>
        </p:nvSpPr>
        <p:spPr>
          <a:xfrm>
            <a:off x="832569" y="337574"/>
            <a:ext cx="52020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----------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F8F304-3A63-1381-F6D0-251D961DD994}"/>
              </a:ext>
            </a:extLst>
          </p:cNvPr>
          <p:cNvSpPr txBox="1"/>
          <p:nvPr/>
        </p:nvSpPr>
        <p:spPr>
          <a:xfrm>
            <a:off x="728221" y="2341717"/>
            <a:ext cx="16898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AECBD8-728F-0CF3-6BFB-4A473EF1DB5E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CB1FAF-7231-CDD9-1E4B-C35B44C0F61D}"/>
              </a:ext>
            </a:extLst>
          </p:cNvPr>
          <p:cNvSpPr txBox="1"/>
          <p:nvPr/>
        </p:nvSpPr>
        <p:spPr>
          <a:xfrm>
            <a:off x="728220" y="5594426"/>
            <a:ext cx="405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.---------------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44694C3-FD56-5554-76FF-FEF39DCEEDB2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9028AB-6026-2CE5-33FD-FF958C89B5C4}"/>
              </a:ext>
            </a:extLst>
          </p:cNvPr>
          <p:cNvSpPr txBox="1"/>
          <p:nvPr/>
        </p:nvSpPr>
        <p:spPr>
          <a:xfrm>
            <a:off x="841995" y="1720900"/>
            <a:ext cx="2966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</a:t>
            </a:r>
            <a:r>
              <a:rPr lang="es-CL" dirty="0">
                <a:hlinkClick r:id="rId2"/>
              </a:rPr>
              <a:t>Abecedario japonés – Japonés Básico</a:t>
            </a:r>
            <a:r>
              <a:rPr lang="es-CL" dirty="0"/>
              <a:t>-------</a:t>
            </a:r>
          </a:p>
        </p:txBody>
      </p:sp>
    </p:spTree>
    <p:extLst>
      <p:ext uri="{BB962C8B-B14F-4D97-AF65-F5344CB8AC3E}">
        <p14:creationId xmlns:p14="http://schemas.microsoft.com/office/powerpoint/2010/main" val="240124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Esquemático&#10;&#10;El contenido generado por IA puede ser incorrecto.">
            <a:extLst>
              <a:ext uri="{FF2B5EF4-FFF2-40B4-BE49-F238E27FC236}">
                <a16:creationId xmlns:a16="http://schemas.microsoft.com/office/drawing/2014/main" id="{02DF7F10-D90D-5348-4D11-1F566B7BB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1" b="16528"/>
          <a:stretch>
            <a:fillRect/>
          </a:stretch>
        </p:blipFill>
        <p:spPr>
          <a:xfrm rot="16200000">
            <a:off x="2572141" y="-1614488"/>
            <a:ext cx="6752441" cy="1008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E77D-9FDC-45A2-FFD0-67DEFBD5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1B2659A-3B80-4623-2707-D6D26B34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40001" y="-2359025"/>
            <a:ext cx="7073900" cy="1163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00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5C20-2408-D0E7-B0D2-EFF3182D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AD7A61E-4DF3-54B9-C159-F895932EF2B1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816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424DE-975C-9BA8-AE1B-5A099BAC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F830ED-3813-3630-3693-66D70A353FF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72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343B0-75E7-96ED-55A5-F7FC3743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DCBB46A-F42C-1D5C-B641-FEEE1E93B6F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040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0652-F35C-CE28-678D-803FA54B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BA106B4-B948-D27E-BCB4-D3233FD676D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592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4162</TotalTime>
  <Words>125</Words>
  <Application>Microsoft Office PowerPoint</Application>
  <PresentationFormat>Panorámica</PresentationFormat>
  <Paragraphs>42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-apple-system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Ignacio Silva Castillo</dc:creator>
  <cp:lastModifiedBy>Rene Ignacio Silva Castillo</cp:lastModifiedBy>
  <cp:revision>16</cp:revision>
  <cp:lastPrinted>2025-11-19T17:04:03Z</cp:lastPrinted>
  <dcterms:created xsi:type="dcterms:W3CDTF">2025-10-19T16:02:48Z</dcterms:created>
  <dcterms:modified xsi:type="dcterms:W3CDTF">2025-11-26T16:04:39Z</dcterms:modified>
</cp:coreProperties>
</file>