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7" r:id="rId3"/>
    <p:sldId id="257" r:id="rId4"/>
    <p:sldId id="263" r:id="rId5"/>
    <p:sldId id="259" r:id="rId6"/>
    <p:sldId id="260" r:id="rId7"/>
    <p:sldId id="261" r:id="rId8"/>
    <p:sldId id="262" r:id="rId9"/>
    <p:sldId id="258" r:id="rId10"/>
    <p:sldId id="264" r:id="rId11"/>
    <p:sldId id="273" r:id="rId12"/>
    <p:sldId id="274" r:id="rId13"/>
    <p:sldId id="275" r:id="rId14"/>
    <p:sldId id="276" r:id="rId15"/>
  </p:sldIdLst>
  <p:sldSz cx="12192000" cy="6858000"/>
  <p:notesSz cx="7010400" cy="92964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751" autoAdjust="0"/>
  </p:normalViewPr>
  <p:slideViewPr>
    <p:cSldViewPr snapToGrid="0">
      <p:cViewPr varScale="1">
        <p:scale>
          <a:sx n="89" d="100"/>
          <a:sy n="89" d="100"/>
        </p:scale>
        <p:origin x="70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01C0D-E37E-4B27-B28F-1456BC7AA9AF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429C7-2332-4033-BB30-A0058DDD163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2631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ja-JP" altLang="es-CL" dirty="0"/>
              <a:t>後（</a:t>
            </a:r>
            <a:r>
              <a:rPr lang="es-CL" dirty="0" err="1"/>
              <a:t>go</a:t>
            </a:r>
            <a:r>
              <a:rPr lang="es-CL" dirty="0"/>
              <a:t>） – después / </a:t>
            </a:r>
            <a:r>
              <a:rPr lang="es-CL" dirty="0" err="1"/>
              <a:t>detrásEjemplo</a:t>
            </a:r>
            <a:r>
              <a:rPr lang="es-CL" dirty="0"/>
              <a:t>: </a:t>
            </a:r>
            <a:r>
              <a:rPr lang="ja-JP" altLang="es-CL" dirty="0"/>
              <a:t>食後に薬を飲む。</a:t>
            </a:r>
            <a:r>
              <a:rPr lang="es-CL" dirty="0" err="1"/>
              <a:t>Shokugo</a:t>
            </a:r>
            <a:r>
              <a:rPr lang="es-CL" dirty="0"/>
              <a:t> ni </a:t>
            </a:r>
            <a:r>
              <a:rPr lang="es-CL" dirty="0" err="1"/>
              <a:t>kusuri</a:t>
            </a:r>
            <a:r>
              <a:rPr lang="es-CL" dirty="0"/>
              <a:t> o </a:t>
            </a:r>
            <a:r>
              <a:rPr lang="es-CL" dirty="0" err="1"/>
              <a:t>nomu</a:t>
            </a:r>
            <a:r>
              <a:rPr lang="es-CL" dirty="0"/>
              <a:t>.“Tomar el medicamento después de comer.”---</a:t>
            </a:r>
          </a:p>
          <a:p>
            <a:pPr marL="228600" indent="-228600">
              <a:buAutoNum type="arabicPeriod"/>
            </a:pPr>
            <a:r>
              <a:rPr lang="ja-JP" altLang="es-CL" dirty="0"/>
              <a:t>五（</a:t>
            </a:r>
            <a:r>
              <a:rPr lang="es-CL" dirty="0" err="1"/>
              <a:t>go</a:t>
            </a:r>
            <a:r>
              <a:rPr lang="es-CL" dirty="0"/>
              <a:t>） – </a:t>
            </a:r>
            <a:r>
              <a:rPr lang="es-CL" dirty="0" err="1"/>
              <a:t>cincoEjemplo</a:t>
            </a:r>
            <a:r>
              <a:rPr lang="es-CL" dirty="0"/>
              <a:t>: </a:t>
            </a:r>
            <a:r>
              <a:rPr lang="ja-JP" altLang="es-CL" dirty="0"/>
              <a:t>五人が来た。</a:t>
            </a:r>
            <a:r>
              <a:rPr lang="es-CL" dirty="0" err="1"/>
              <a:t>Gonin</a:t>
            </a:r>
            <a:r>
              <a:rPr lang="es-CL" dirty="0"/>
              <a:t> </a:t>
            </a:r>
            <a:r>
              <a:rPr lang="es-CL" dirty="0" err="1"/>
              <a:t>ga</a:t>
            </a:r>
            <a:r>
              <a:rPr lang="es-CL" dirty="0"/>
              <a:t> </a:t>
            </a:r>
            <a:r>
              <a:rPr lang="es-CL" dirty="0" err="1"/>
              <a:t>kita.“Vinieron</a:t>
            </a:r>
            <a:r>
              <a:rPr lang="es-CL" dirty="0"/>
              <a:t> cinco personas.”---</a:t>
            </a:r>
          </a:p>
          <a:p>
            <a:pPr marL="228600" indent="-228600">
              <a:buAutoNum type="arabicPeriod"/>
            </a:pPr>
            <a:r>
              <a:rPr lang="ja-JP" altLang="es-CL" dirty="0"/>
              <a:t>語（</a:t>
            </a:r>
            <a:r>
              <a:rPr lang="es-CL" dirty="0" err="1"/>
              <a:t>go</a:t>
            </a:r>
            <a:r>
              <a:rPr lang="es-CL" dirty="0"/>
              <a:t>） – idioma / </a:t>
            </a:r>
            <a:r>
              <a:rPr lang="es-CL" dirty="0" err="1"/>
              <a:t>palabraEjemplo</a:t>
            </a:r>
            <a:r>
              <a:rPr lang="es-CL" dirty="0"/>
              <a:t>: </a:t>
            </a:r>
            <a:r>
              <a:rPr lang="ja-JP" altLang="es-CL" dirty="0"/>
              <a:t>日本語を勉強する。</a:t>
            </a:r>
            <a:r>
              <a:rPr lang="es-CL" dirty="0" err="1"/>
              <a:t>Nihongo</a:t>
            </a:r>
            <a:r>
              <a:rPr lang="es-CL" dirty="0"/>
              <a:t> o </a:t>
            </a:r>
            <a:r>
              <a:rPr lang="es-CL" dirty="0" err="1"/>
              <a:t>benkyō</a:t>
            </a:r>
            <a:r>
              <a:rPr lang="es-CL" dirty="0"/>
              <a:t> </a:t>
            </a:r>
            <a:r>
              <a:rPr lang="es-CL" dirty="0" err="1"/>
              <a:t>suru</a:t>
            </a:r>
            <a:r>
              <a:rPr lang="es-CL" dirty="0"/>
              <a:t>.“Estudio japonés.”---</a:t>
            </a:r>
          </a:p>
          <a:p>
            <a:pPr marL="228600" indent="-228600">
              <a:buAutoNum type="arabicPeriod"/>
            </a:pPr>
            <a:r>
              <a:rPr lang="ja-JP" altLang="es-CL" dirty="0"/>
              <a:t>午（</a:t>
            </a:r>
            <a:r>
              <a:rPr lang="es-CL" dirty="0" err="1"/>
              <a:t>go</a:t>
            </a:r>
            <a:r>
              <a:rPr lang="es-CL" dirty="0"/>
              <a:t>） – </a:t>
            </a:r>
            <a:r>
              <a:rPr lang="es-CL" dirty="0" err="1"/>
              <a:t>mediodíaEjemplo</a:t>
            </a:r>
            <a:r>
              <a:rPr lang="es-CL" dirty="0"/>
              <a:t>: </a:t>
            </a:r>
            <a:r>
              <a:rPr lang="ja-JP" altLang="es-CL" dirty="0"/>
              <a:t>午後</a:t>
            </a:r>
            <a:r>
              <a:rPr lang="es-CL" altLang="ja-JP" dirty="0"/>
              <a:t>3</a:t>
            </a:r>
            <a:r>
              <a:rPr lang="ja-JP" altLang="es-CL" dirty="0"/>
              <a:t>時です。</a:t>
            </a:r>
            <a:r>
              <a:rPr lang="es-CL" dirty="0"/>
              <a:t>Gogo san-ji </a:t>
            </a:r>
            <a:r>
              <a:rPr lang="es-CL" dirty="0" err="1"/>
              <a:t>desu</a:t>
            </a:r>
            <a:r>
              <a:rPr lang="es-CL" dirty="0"/>
              <a:t>.“Son las 3 PM.”---</a:t>
            </a:r>
          </a:p>
          <a:p>
            <a:pPr marL="228600" indent="-228600">
              <a:buAutoNum type="arabicPeriod"/>
            </a:pPr>
            <a:r>
              <a:rPr lang="ja-JP" altLang="es-CL" dirty="0"/>
              <a:t>号（</a:t>
            </a:r>
            <a:r>
              <a:rPr lang="es-CL" dirty="0" err="1"/>
              <a:t>gō</a:t>
            </a:r>
            <a:r>
              <a:rPr lang="es-CL" dirty="0"/>
              <a:t>/</a:t>
            </a:r>
            <a:r>
              <a:rPr lang="es-CL" dirty="0" err="1"/>
              <a:t>go</a:t>
            </a:r>
            <a:r>
              <a:rPr lang="es-CL" dirty="0"/>
              <a:t>） – número / </a:t>
            </a:r>
            <a:r>
              <a:rPr lang="es-CL" dirty="0" err="1"/>
              <a:t>ediciónEjemplo</a:t>
            </a:r>
            <a:r>
              <a:rPr lang="es-CL" dirty="0"/>
              <a:t>: 1</a:t>
            </a:r>
            <a:r>
              <a:rPr lang="ja-JP" altLang="es-CL" dirty="0"/>
              <a:t>号車に乗ってください。</a:t>
            </a:r>
            <a:r>
              <a:rPr lang="es-CL" dirty="0" err="1"/>
              <a:t>Ichigōsha</a:t>
            </a:r>
            <a:r>
              <a:rPr lang="es-CL" dirty="0"/>
              <a:t> ni </a:t>
            </a:r>
            <a:r>
              <a:rPr lang="es-CL" dirty="0" err="1"/>
              <a:t>notte</a:t>
            </a:r>
            <a:r>
              <a:rPr lang="es-CL" dirty="0"/>
              <a:t> </a:t>
            </a:r>
            <a:r>
              <a:rPr lang="es-CL" dirty="0" err="1"/>
              <a:t>kudasai</a:t>
            </a:r>
            <a:r>
              <a:rPr lang="es-CL" dirty="0"/>
              <a:t>.“Por favor suba al vagón número 1.”</a:t>
            </a:r>
          </a:p>
          <a:p>
            <a:pPr marL="228600" indent="-228600">
              <a:buAutoNum type="arabicPeriod"/>
            </a:pP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429C7-2332-4033-BB30-A0058DDD1637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3674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DDB60-9F1C-EDF7-4AB3-9ADC93209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255479-3892-DB1A-8DE2-DD187BDCD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4AD299-185A-3142-F4EA-5B488198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ED2F4C-6D2F-F080-CF5C-268CE910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A19B84-239D-3CFF-F609-FD239FE7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3201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7A7A3-E74D-F9B9-FED4-2886B00B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CA8683-E950-01E5-4CC5-04EC13004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B4491A-CB55-3151-398C-551D04120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743870-35C8-E02A-E8E0-F15A298E5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712440-94C6-EAE4-1D02-314DF270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1617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91676-FBA4-B604-C395-57FF6552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84E330-8D4D-7CF0-C1F0-BABED57BF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F3E133-57A8-2F53-C208-71583CCF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3A4DBB-C9DD-5982-5435-26A2A23E8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7F7898-C5FD-7173-E046-8FE766370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6961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EA2D3-1B5E-C75A-51E4-EAE985BF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4E8829-78F3-D198-61DF-1F4DD1C1E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1073C5-6D48-B766-405F-FA305D831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53A5DE-8C81-4BBA-6D1D-47CBF7ABC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3A98B2-0572-AB48-5324-789A2E952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3F2FCB-45F3-758B-9286-ECDACC19D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3709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39EEA-6BB5-984C-B2F8-FDB0C9110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45F838-438C-15A2-A692-B8F2985EA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52061F-D32E-94C5-60F0-830F380A5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D1ABCF-A98E-43BB-90DC-3DF74B2F3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6E10AE1-3425-E776-3E1A-D6D5C4509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C87161-81D6-11A7-B729-C116699EB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2EFC481-F754-A387-EE5E-D0D9BF0A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E12DD3-20DF-7849-97AA-8D175E7F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660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64293-5582-60DE-0D07-85279E4A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82C14D-E8B7-44D1-C26E-8C74F6E9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7FDDC61-5D4E-0B82-2C14-27B8529F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D80ABA9-943D-AC69-A7C9-A6472918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735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174BB6F-7612-A99B-F47E-598637160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773EE7-07F2-BF30-826B-3C3EAB6A6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D0D430-8A9C-5028-D2E2-2CFA3BB0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476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4E00C-3988-E96E-A4F9-DF28B4C7B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124AD1-408A-E34C-56B3-98E7136C0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77023F3-2ADD-692E-1377-CD4858716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EF1D82-B947-A1A8-D74B-9920C771C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BEFBB9-C390-3E99-9ADD-2128C7FED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F32125-2B7F-7872-A3F6-594B1CA7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7358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D6864-16B8-BCF6-A8A0-20445BB3F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6B823FD-7B2F-A4CB-BF20-9F8006B65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67F621-25D9-124D-62F6-C2CE8DB0E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0B3BF1-13B0-118C-CE7E-1E0BA7836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6FE1FE-39E0-AE10-2BDC-ED02CDD92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34D2FF-D976-8925-FB3B-13BA9011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8746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66B129-0EE3-A39A-443D-B2E7D02A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EC4EB0-457E-691B-BD52-2A8CBA45B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C2FF15-A5A3-D3DC-7236-99BA08E5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06AA-0AEC-0F7B-68EA-CF3E00426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E4B1E9-303D-1E38-7623-EB8FBDFE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0016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3642B6-BF88-F82C-F105-0C687C7292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B0B365-A046-3AEC-F96E-D25BBA8B2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DF0163-54B1-1569-F397-068FFB6F0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0DCD99-BC35-1BF8-60EB-FC1376584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5B0A23-4D23-A9CB-498C-9BBC5286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6508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3B781B-FC3E-6032-5B46-3D1830E9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96A2F4-BC4A-0535-5CE1-F613E4660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32DBE8-5392-0FBE-6687-983938875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45E8E-1556-473F-AFA8-D90D96E7AB3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762235-108A-D8C0-8319-55B07CD57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51E155-7CBD-FCFE-724C-BC8B00A6F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7B866-3AB4-4EF1-A3D7-70796126BBF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606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japonesbasico.com/abecedario-japones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A7F41B4-5898-7BA9-09AC-C22F81908C0A}"/>
              </a:ext>
            </a:extLst>
          </p:cNvPr>
          <p:cNvSpPr txBox="1"/>
          <p:nvPr/>
        </p:nvSpPr>
        <p:spPr>
          <a:xfrm>
            <a:off x="10405267" y="48350"/>
            <a:ext cx="8206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sz="2500" dirty="0"/>
              <a:t>GO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5DCC1C3-842E-1D73-F895-41C56C5FCFC0}"/>
              </a:ext>
            </a:extLst>
          </p:cNvPr>
          <p:cNvSpPr/>
          <p:nvPr/>
        </p:nvSpPr>
        <p:spPr>
          <a:xfrm>
            <a:off x="10363662" y="23447"/>
            <a:ext cx="714877" cy="492369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54E8776-CFAE-9CF6-D708-E9E98279F25B}"/>
              </a:ext>
            </a:extLst>
          </p:cNvPr>
          <p:cNvSpPr/>
          <p:nvPr/>
        </p:nvSpPr>
        <p:spPr>
          <a:xfrm>
            <a:off x="9695450" y="23446"/>
            <a:ext cx="714877" cy="4923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22C535B-2BAB-FFF4-2C93-319BAD975975}"/>
              </a:ext>
            </a:extLst>
          </p:cNvPr>
          <p:cNvSpPr txBox="1"/>
          <p:nvPr/>
        </p:nvSpPr>
        <p:spPr>
          <a:xfrm>
            <a:off x="9737055" y="33034"/>
            <a:ext cx="621547" cy="477054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sz="2500" dirty="0"/>
              <a:t>01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574667B9-FAA7-39FC-5079-B6BC2B0D72E3}"/>
              </a:ext>
            </a:extLst>
          </p:cNvPr>
          <p:cNvGrpSpPr/>
          <p:nvPr/>
        </p:nvGrpSpPr>
        <p:grpSpPr>
          <a:xfrm>
            <a:off x="339968" y="591212"/>
            <a:ext cx="5756032" cy="1104927"/>
            <a:chOff x="339968" y="1244209"/>
            <a:chExt cx="5756032" cy="1104927"/>
          </a:xfrm>
          <a:solidFill>
            <a:schemeClr val="lt1">
              <a:alpha val="0"/>
            </a:schemeClr>
          </a:solidFill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14218E8F-624D-0059-6ED7-81BA2872B884}"/>
                </a:ext>
              </a:extLst>
            </p:cNvPr>
            <p:cNvSpPr/>
            <p:nvPr/>
          </p:nvSpPr>
          <p:spPr>
            <a:xfrm>
              <a:off x="339968" y="1244209"/>
              <a:ext cx="5756032" cy="1080000"/>
            </a:xfrm>
            <a:prstGeom prst="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EF0CD436-BDDF-122E-7DDE-A4D008A1AC60}"/>
                </a:ext>
              </a:extLst>
            </p:cNvPr>
            <p:cNvSpPr txBox="1"/>
            <p:nvPr/>
          </p:nvSpPr>
          <p:spPr>
            <a:xfrm>
              <a:off x="415823" y="1333473"/>
              <a:ext cx="1008185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>
                <a:defRPr sz="2500" b="1"/>
              </a:lvl1pPr>
            </a:lstStyle>
            <a:p>
              <a:r>
                <a:rPr lang="ja-JP" altLang="es-CL" sz="6000" dirty="0"/>
                <a:t>後</a:t>
              </a:r>
              <a:endParaRPr lang="es-CL" sz="6000" dirty="0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7AC2EFF9-B143-E473-D7DA-6F877563ECD5}"/>
                </a:ext>
              </a:extLst>
            </p:cNvPr>
            <p:cNvSpPr txBox="1"/>
            <p:nvPr/>
          </p:nvSpPr>
          <p:spPr>
            <a:xfrm>
              <a:off x="1686968" y="1415534"/>
              <a:ext cx="2451277" cy="4770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>
                <a:defRPr sz="11500" b="1"/>
              </a:lvl1pPr>
            </a:lstStyle>
            <a:p>
              <a:r>
                <a:rPr lang="es-CL" sz="2500" dirty="0"/>
                <a:t>Después de</a:t>
              </a: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270EDAE2-CA13-8D80-0AD2-C9FE72384DE0}"/>
              </a:ext>
            </a:extLst>
          </p:cNvPr>
          <p:cNvGrpSpPr/>
          <p:nvPr/>
        </p:nvGrpSpPr>
        <p:grpSpPr>
          <a:xfrm>
            <a:off x="6119446" y="597221"/>
            <a:ext cx="5756032" cy="1128373"/>
            <a:chOff x="339968" y="1244209"/>
            <a:chExt cx="5756032" cy="1128373"/>
          </a:xfrm>
          <a:solidFill>
            <a:schemeClr val="lt1">
              <a:alpha val="0"/>
            </a:schemeClr>
          </a:solidFill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B29DD0A6-FC6F-0144-804B-88A692D03047}"/>
                </a:ext>
              </a:extLst>
            </p:cNvPr>
            <p:cNvSpPr/>
            <p:nvPr/>
          </p:nvSpPr>
          <p:spPr>
            <a:xfrm>
              <a:off x="339968" y="1244209"/>
              <a:ext cx="5756032" cy="1080000"/>
            </a:xfrm>
            <a:prstGeom prst="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FD732160-DD88-934F-2DB0-5D2CFF060A66}"/>
                </a:ext>
              </a:extLst>
            </p:cNvPr>
            <p:cNvSpPr txBox="1"/>
            <p:nvPr/>
          </p:nvSpPr>
          <p:spPr>
            <a:xfrm>
              <a:off x="462715" y="1356919"/>
              <a:ext cx="1008185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>
                <a:defRPr sz="2500" b="1"/>
              </a:lvl1pPr>
            </a:lstStyle>
            <a:p>
              <a:r>
                <a:rPr lang="ja-JP" altLang="es-CL" sz="6000" dirty="0"/>
                <a:t>語</a:t>
              </a:r>
              <a:endParaRPr lang="es-CL" sz="6000" dirty="0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7806DBD5-E296-A34E-2F26-3E88E3B9092D}"/>
                </a:ext>
              </a:extLst>
            </p:cNvPr>
            <p:cNvSpPr txBox="1"/>
            <p:nvPr/>
          </p:nvSpPr>
          <p:spPr>
            <a:xfrm>
              <a:off x="1686968" y="1415534"/>
              <a:ext cx="2451277" cy="4770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>
                <a:defRPr sz="11500" b="1"/>
              </a:lvl1pPr>
            </a:lstStyle>
            <a:p>
              <a:r>
                <a:rPr lang="es-CL" sz="2500" dirty="0"/>
                <a:t>Idioma</a:t>
              </a:r>
            </a:p>
          </p:txBody>
        </p:sp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ECF2CE5-C2E9-768B-4731-636C6A9E081B}"/>
              </a:ext>
            </a:extLst>
          </p:cNvPr>
          <p:cNvSpPr txBox="1"/>
          <p:nvPr/>
        </p:nvSpPr>
        <p:spPr>
          <a:xfrm>
            <a:off x="6119445" y="2008100"/>
            <a:ext cx="57093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s-CL" b="1" dirty="0"/>
              <a:t>日本語を勉強する</a:t>
            </a:r>
            <a:endParaRPr lang="es-CL" altLang="ja-JP" b="1" dirty="0"/>
          </a:p>
          <a:p>
            <a:r>
              <a:rPr lang="es-CL" b="1" dirty="0" err="1"/>
              <a:t>Nihongo</a:t>
            </a:r>
            <a:r>
              <a:rPr lang="es-CL" b="1" dirty="0"/>
              <a:t> o </a:t>
            </a:r>
            <a:r>
              <a:rPr lang="es-CL" b="1" dirty="0" err="1"/>
              <a:t>benkyo</a:t>
            </a:r>
            <a:r>
              <a:rPr lang="es-CL" b="1" dirty="0"/>
              <a:t> </a:t>
            </a:r>
            <a:r>
              <a:rPr lang="es-CL" b="1" dirty="0" err="1"/>
              <a:t>suru</a:t>
            </a:r>
            <a:endParaRPr lang="es-CL" b="1" dirty="0"/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80D98F48-0316-320A-4BC2-5B89E74ACDFC}"/>
              </a:ext>
            </a:extLst>
          </p:cNvPr>
          <p:cNvGrpSpPr/>
          <p:nvPr/>
        </p:nvGrpSpPr>
        <p:grpSpPr>
          <a:xfrm>
            <a:off x="363414" y="3452984"/>
            <a:ext cx="5756032" cy="1128373"/>
            <a:chOff x="339968" y="1244209"/>
            <a:chExt cx="5756032" cy="1128373"/>
          </a:xfrm>
          <a:solidFill>
            <a:schemeClr val="lt1">
              <a:alpha val="0"/>
            </a:schemeClr>
          </a:solidFill>
        </p:grpSpPr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C507A8AE-ABCC-1E9B-34FF-DF204CD41658}"/>
                </a:ext>
              </a:extLst>
            </p:cNvPr>
            <p:cNvSpPr/>
            <p:nvPr/>
          </p:nvSpPr>
          <p:spPr>
            <a:xfrm>
              <a:off x="339968" y="1244209"/>
              <a:ext cx="5756032" cy="1080000"/>
            </a:xfrm>
            <a:prstGeom prst="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8170C4AD-F474-19B3-4600-EF02AD81BCAD}"/>
                </a:ext>
              </a:extLst>
            </p:cNvPr>
            <p:cNvSpPr txBox="1"/>
            <p:nvPr/>
          </p:nvSpPr>
          <p:spPr>
            <a:xfrm>
              <a:off x="450992" y="1356919"/>
              <a:ext cx="1008185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>
                <a:defRPr sz="2500" b="1"/>
              </a:lvl1pPr>
            </a:lstStyle>
            <a:p>
              <a:r>
                <a:rPr lang="ja-JP" altLang="es-CL" sz="6000" dirty="0"/>
                <a:t>午</a:t>
              </a:r>
              <a:endParaRPr lang="es-CL" sz="6000" dirty="0"/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2D214FB9-CB0D-3C6E-2D5A-61E902189B00}"/>
                </a:ext>
              </a:extLst>
            </p:cNvPr>
            <p:cNvSpPr txBox="1"/>
            <p:nvPr/>
          </p:nvSpPr>
          <p:spPr>
            <a:xfrm>
              <a:off x="1686968" y="1415534"/>
              <a:ext cx="2451277" cy="4770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>
                <a:defRPr sz="11500" b="1"/>
              </a:lvl1pPr>
            </a:lstStyle>
            <a:p>
              <a:r>
                <a:rPr lang="es-CL" sz="2500" dirty="0"/>
                <a:t>Mediodía</a:t>
              </a: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9BC7D653-4A96-FBEE-9FDF-53DDCCA1F569}"/>
              </a:ext>
            </a:extLst>
          </p:cNvPr>
          <p:cNvGrpSpPr/>
          <p:nvPr/>
        </p:nvGrpSpPr>
        <p:grpSpPr>
          <a:xfrm>
            <a:off x="6119446" y="3452984"/>
            <a:ext cx="5756032" cy="1116650"/>
            <a:chOff x="339968" y="1244209"/>
            <a:chExt cx="5756032" cy="1116650"/>
          </a:xfrm>
          <a:solidFill>
            <a:schemeClr val="lt1">
              <a:alpha val="0"/>
            </a:schemeClr>
          </a:solidFill>
        </p:grpSpPr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BF993507-E3A9-82A8-F675-9C8F6FDD5C07}"/>
                </a:ext>
              </a:extLst>
            </p:cNvPr>
            <p:cNvSpPr/>
            <p:nvPr/>
          </p:nvSpPr>
          <p:spPr>
            <a:xfrm>
              <a:off x="339968" y="1244209"/>
              <a:ext cx="5756032" cy="1080000"/>
            </a:xfrm>
            <a:prstGeom prst="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CB6ACF64-FD45-EDBE-C0A5-6DFEB9C4CF77}"/>
                </a:ext>
              </a:extLst>
            </p:cNvPr>
            <p:cNvSpPr txBox="1"/>
            <p:nvPr/>
          </p:nvSpPr>
          <p:spPr>
            <a:xfrm>
              <a:off x="427546" y="1345196"/>
              <a:ext cx="1008185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>
                <a:defRPr sz="2500" b="1"/>
              </a:lvl1pPr>
            </a:lstStyle>
            <a:p>
              <a:r>
                <a:rPr lang="ja-JP" altLang="es-CL" sz="6000" dirty="0"/>
                <a:t>号</a:t>
              </a:r>
              <a:endParaRPr lang="es-CL" sz="6000" dirty="0"/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180C3569-89A0-E38E-4C26-BADBFBC593AF}"/>
                </a:ext>
              </a:extLst>
            </p:cNvPr>
            <p:cNvSpPr txBox="1"/>
            <p:nvPr/>
          </p:nvSpPr>
          <p:spPr>
            <a:xfrm>
              <a:off x="1686968" y="1415534"/>
              <a:ext cx="4133886" cy="4770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>
                <a:defRPr sz="11500" b="1"/>
              </a:lvl1pPr>
            </a:lstStyle>
            <a:p>
              <a:r>
                <a:rPr lang="es-CL" sz="2500" dirty="0"/>
                <a:t>Número/Edición</a:t>
              </a:r>
            </a:p>
          </p:txBody>
        </p:sp>
      </p:grp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1869525-955A-B93F-ED41-178673A80B68}"/>
              </a:ext>
            </a:extLst>
          </p:cNvPr>
          <p:cNvSpPr txBox="1"/>
          <p:nvPr/>
        </p:nvSpPr>
        <p:spPr>
          <a:xfrm>
            <a:off x="6142778" y="4872668"/>
            <a:ext cx="57093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altLang="ja-JP" b="1" dirty="0"/>
              <a:t>1</a:t>
            </a:r>
            <a:r>
              <a:rPr lang="ja-JP" altLang="es-CL" b="1" dirty="0"/>
              <a:t>号車に乗ってください。</a:t>
            </a:r>
            <a:endParaRPr lang="es-CL" altLang="ja-JP" b="1" dirty="0"/>
          </a:p>
          <a:p>
            <a:r>
              <a:rPr lang="es-CL" b="1" dirty="0" err="1"/>
              <a:t>Ichigōsha</a:t>
            </a:r>
            <a:r>
              <a:rPr lang="es-CL" b="1" dirty="0"/>
              <a:t> ni </a:t>
            </a:r>
            <a:r>
              <a:rPr lang="es-CL" b="1" dirty="0" err="1"/>
              <a:t>notte</a:t>
            </a:r>
            <a:r>
              <a:rPr lang="es-CL" b="1" dirty="0"/>
              <a:t> </a:t>
            </a:r>
            <a:r>
              <a:rPr lang="es-CL" b="1" dirty="0" err="1"/>
              <a:t>kudasai</a:t>
            </a:r>
            <a:r>
              <a:rPr lang="es-CL" b="1" dirty="0"/>
              <a:t>.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305961EE-27D8-2B8C-CC1D-1DB1BE841D30}"/>
              </a:ext>
            </a:extLst>
          </p:cNvPr>
          <p:cNvSpPr txBox="1"/>
          <p:nvPr/>
        </p:nvSpPr>
        <p:spPr>
          <a:xfrm>
            <a:off x="316522" y="4872668"/>
            <a:ext cx="57093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s-CL" b="1" dirty="0"/>
              <a:t>午後</a:t>
            </a:r>
            <a:r>
              <a:rPr lang="es-CL" altLang="ja-JP" b="1" dirty="0"/>
              <a:t>3</a:t>
            </a:r>
            <a:r>
              <a:rPr lang="ja-JP" altLang="es-CL" b="1" dirty="0"/>
              <a:t>時です</a:t>
            </a:r>
            <a:endParaRPr lang="es-CL" altLang="ja-JP" b="1" dirty="0"/>
          </a:p>
          <a:p>
            <a:r>
              <a:rPr lang="es-CL" b="1" dirty="0"/>
              <a:t>Gogo san-ji </a:t>
            </a:r>
            <a:r>
              <a:rPr lang="es-CL" b="1" dirty="0" err="1"/>
              <a:t>desu</a:t>
            </a:r>
            <a:endParaRPr lang="es-CL" b="1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941C1D2-0237-03CC-84A1-4DD33F5DED4A}"/>
              </a:ext>
            </a:extLst>
          </p:cNvPr>
          <p:cNvSpPr txBox="1"/>
          <p:nvPr/>
        </p:nvSpPr>
        <p:spPr>
          <a:xfrm>
            <a:off x="365942" y="2008099"/>
            <a:ext cx="57093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s-CL" b="1" dirty="0"/>
              <a:t>食後に薬を飲む。</a:t>
            </a:r>
            <a:endParaRPr lang="es-CL" altLang="ja-JP" b="1" dirty="0"/>
          </a:p>
          <a:p>
            <a:r>
              <a:rPr lang="es-CL" b="1" dirty="0" err="1"/>
              <a:t>Shokugo</a:t>
            </a:r>
            <a:r>
              <a:rPr lang="es-CL" b="1" dirty="0"/>
              <a:t> ni </a:t>
            </a:r>
            <a:r>
              <a:rPr lang="es-CL" b="1" dirty="0" err="1"/>
              <a:t>kusuri</a:t>
            </a:r>
            <a:r>
              <a:rPr lang="es-CL" b="1" dirty="0"/>
              <a:t> o </a:t>
            </a:r>
            <a:r>
              <a:rPr lang="es-CL" b="1" dirty="0" err="1"/>
              <a:t>nomu</a:t>
            </a:r>
            <a:r>
              <a:rPr lang="es-CL" b="1" dirty="0"/>
              <a:t>.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913E6F33-AD5C-3E9D-E917-E1C12B4D7EDB}"/>
              </a:ext>
            </a:extLst>
          </p:cNvPr>
          <p:cNvSpPr txBox="1"/>
          <p:nvPr/>
        </p:nvSpPr>
        <p:spPr>
          <a:xfrm>
            <a:off x="11225884" y="33034"/>
            <a:ext cx="62154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sz="2500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49652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A805F-817D-8DFF-3231-D70BA18FD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9930254-8506-FED1-BCAA-CCEEED6EF2A8}"/>
              </a:ext>
            </a:extLst>
          </p:cNvPr>
          <p:cNvSpPr txBox="1"/>
          <p:nvPr/>
        </p:nvSpPr>
        <p:spPr>
          <a:xfrm>
            <a:off x="832569" y="337574"/>
            <a:ext cx="903324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ja-JP" altLang="es-CL" dirty="0"/>
              <a:t>短い白いサイ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6F4234C-F870-BDCB-EB34-97FACE3A01A4}"/>
              </a:ext>
            </a:extLst>
          </p:cNvPr>
          <p:cNvSpPr txBox="1"/>
          <p:nvPr/>
        </p:nvSpPr>
        <p:spPr>
          <a:xfrm>
            <a:off x="728221" y="2341717"/>
            <a:ext cx="1050800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ja-JP" altLang="es-CL" dirty="0"/>
              <a:t>短い灰色のサイ</a:t>
            </a:r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6CB1D06-3508-5E76-799D-08E5A3B92EC9}"/>
              </a:ext>
            </a:extLst>
          </p:cNvPr>
          <p:cNvSpPr txBox="1"/>
          <p:nvPr/>
        </p:nvSpPr>
        <p:spPr>
          <a:xfrm>
            <a:off x="728221" y="4203765"/>
            <a:ext cx="903324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ja-JP" altLang="es-CL" dirty="0"/>
              <a:t>短い黒いサイ</a:t>
            </a:r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0D20F76-5BDF-58A8-28E4-8C4F4249B5DA}"/>
              </a:ext>
            </a:extLst>
          </p:cNvPr>
          <p:cNvSpPr txBox="1"/>
          <p:nvPr/>
        </p:nvSpPr>
        <p:spPr>
          <a:xfrm>
            <a:off x="728221" y="5594426"/>
            <a:ext cx="1861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0" dirty="0" err="1">
                <a:solidFill>
                  <a:srgbClr val="171312"/>
                </a:solidFill>
                <a:effectLst/>
                <a:latin typeface="-apple-system"/>
              </a:rPr>
              <a:t>mijikai</a:t>
            </a:r>
            <a:r>
              <a:rPr lang="es-CL" b="1" i="0" dirty="0">
                <a:solidFill>
                  <a:srgbClr val="171312"/>
                </a:solidFill>
                <a:effectLst/>
                <a:latin typeface="-apple-system"/>
              </a:rPr>
              <a:t> </a:t>
            </a:r>
            <a:r>
              <a:rPr lang="es-CL" b="1" i="0" dirty="0" err="1">
                <a:solidFill>
                  <a:srgbClr val="171312"/>
                </a:solidFill>
                <a:effectLst/>
                <a:latin typeface="-apple-system"/>
              </a:rPr>
              <a:t>kuroi</a:t>
            </a:r>
            <a:r>
              <a:rPr lang="es-CL" b="1" i="0" dirty="0">
                <a:solidFill>
                  <a:srgbClr val="171312"/>
                </a:solidFill>
                <a:effectLst/>
                <a:latin typeface="-apple-system"/>
              </a:rPr>
              <a:t> </a:t>
            </a:r>
            <a:r>
              <a:rPr lang="es-CL" b="1" i="0" dirty="0" err="1">
                <a:solidFill>
                  <a:srgbClr val="171312"/>
                </a:solidFill>
                <a:effectLst/>
                <a:latin typeface="-apple-system"/>
              </a:rPr>
              <a:t>sai</a:t>
            </a:r>
            <a:endParaRPr lang="es-CL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2B76373-9509-E176-F451-44B93A39EC5F}"/>
              </a:ext>
            </a:extLst>
          </p:cNvPr>
          <p:cNvSpPr txBox="1"/>
          <p:nvPr/>
        </p:nvSpPr>
        <p:spPr>
          <a:xfrm>
            <a:off x="728221" y="3700795"/>
            <a:ext cx="207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 err="1"/>
              <a:t>mijikai</a:t>
            </a:r>
            <a:r>
              <a:rPr lang="es-CL" dirty="0"/>
              <a:t> </a:t>
            </a:r>
            <a:r>
              <a:rPr lang="es-CL" dirty="0" err="1"/>
              <a:t>haiiro</a:t>
            </a:r>
            <a:r>
              <a:rPr lang="es-CL" dirty="0"/>
              <a:t> no </a:t>
            </a:r>
            <a:r>
              <a:rPr lang="es-CL" dirty="0" err="1"/>
              <a:t>sai</a:t>
            </a:r>
            <a:endParaRPr lang="es-CL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EDBF58B-BE16-9CC8-1CFA-19A0BD9356E8}"/>
              </a:ext>
            </a:extLst>
          </p:cNvPr>
          <p:cNvSpPr txBox="1"/>
          <p:nvPr/>
        </p:nvSpPr>
        <p:spPr>
          <a:xfrm>
            <a:off x="841996" y="1720900"/>
            <a:ext cx="207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 err="1"/>
              <a:t>mijikai</a:t>
            </a:r>
            <a:r>
              <a:rPr lang="es-CL" dirty="0"/>
              <a:t> </a:t>
            </a:r>
            <a:r>
              <a:rPr lang="es-CL" dirty="0" err="1"/>
              <a:t>shiroi</a:t>
            </a:r>
            <a:r>
              <a:rPr lang="es-CL" dirty="0"/>
              <a:t> </a:t>
            </a:r>
            <a:r>
              <a:rPr lang="es-CL" dirty="0" err="1"/>
              <a:t>sai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91856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F1CB9-E0D6-C4DB-D9C0-1404075E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ADE9820-0543-DE99-5739-4F876BED58D7}"/>
              </a:ext>
            </a:extLst>
          </p:cNvPr>
          <p:cNvSpPr txBox="1"/>
          <p:nvPr/>
        </p:nvSpPr>
        <p:spPr>
          <a:xfrm>
            <a:off x="832569" y="337574"/>
            <a:ext cx="1050800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ja-JP" altLang="es-CL" dirty="0"/>
              <a:t>小さな茶色の犬</a:t>
            </a:r>
            <a:endParaRPr lang="es-CL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9CC18BB-6C42-0664-A619-D927E7261508}"/>
              </a:ext>
            </a:extLst>
          </p:cNvPr>
          <p:cNvSpPr txBox="1"/>
          <p:nvPr/>
        </p:nvSpPr>
        <p:spPr>
          <a:xfrm>
            <a:off x="841995" y="1720900"/>
            <a:ext cx="2966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 err="1"/>
              <a:t>chīsana</a:t>
            </a:r>
            <a:r>
              <a:rPr lang="es-CL" dirty="0"/>
              <a:t> chairo no </a:t>
            </a:r>
            <a:r>
              <a:rPr lang="es-CL" dirty="0" err="1"/>
              <a:t>inu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44268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3CD14-E326-4C75-4FC4-88133CBCD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DFE77CE-A1F8-1A06-E50B-04A1CC6396E6}"/>
              </a:ext>
            </a:extLst>
          </p:cNvPr>
          <p:cNvSpPr txBox="1"/>
          <p:nvPr/>
        </p:nvSpPr>
        <p:spPr>
          <a:xfrm>
            <a:off x="832569" y="337574"/>
            <a:ext cx="1050800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ja-JP" altLang="es-CL" dirty="0"/>
              <a:t>小さな茶色の犬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FE14E65-5BAF-32A9-B9C2-2E6E88384DDC}"/>
              </a:ext>
            </a:extLst>
          </p:cNvPr>
          <p:cNvSpPr txBox="1"/>
          <p:nvPr/>
        </p:nvSpPr>
        <p:spPr>
          <a:xfrm>
            <a:off x="728221" y="2341717"/>
            <a:ext cx="13487988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ja-JP" altLang="es-CL" dirty="0"/>
              <a:t>中くらいの赤い鼠</a:t>
            </a:r>
            <a:r>
              <a:rPr lang="es-CL" altLang="ja-JP" dirty="0"/>
              <a:t>---</a:t>
            </a:r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787F6FA-78B1-7F46-E9FA-04E76A075EA3}"/>
              </a:ext>
            </a:extLst>
          </p:cNvPr>
          <p:cNvSpPr txBox="1"/>
          <p:nvPr/>
        </p:nvSpPr>
        <p:spPr>
          <a:xfrm>
            <a:off x="728221" y="4203765"/>
            <a:ext cx="219162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----</a:t>
            </a:r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8C72F6-548A-7756-B154-F8294B110586}"/>
              </a:ext>
            </a:extLst>
          </p:cNvPr>
          <p:cNvSpPr txBox="1"/>
          <p:nvPr/>
        </p:nvSpPr>
        <p:spPr>
          <a:xfrm>
            <a:off x="728221" y="5594426"/>
            <a:ext cx="1861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0" dirty="0" err="1">
                <a:solidFill>
                  <a:srgbClr val="171312"/>
                </a:solidFill>
                <a:effectLst/>
                <a:latin typeface="-apple-system"/>
              </a:rPr>
              <a:t>mijikai</a:t>
            </a:r>
            <a:r>
              <a:rPr lang="es-CL" b="1" i="0" dirty="0">
                <a:solidFill>
                  <a:srgbClr val="171312"/>
                </a:solidFill>
                <a:effectLst/>
                <a:latin typeface="-apple-system"/>
              </a:rPr>
              <a:t> </a:t>
            </a:r>
            <a:r>
              <a:rPr lang="es-CL" b="1" i="0" dirty="0" err="1">
                <a:solidFill>
                  <a:srgbClr val="171312"/>
                </a:solidFill>
                <a:effectLst/>
                <a:latin typeface="-apple-system"/>
              </a:rPr>
              <a:t>kuroi</a:t>
            </a:r>
            <a:r>
              <a:rPr lang="es-CL" b="1" i="0" dirty="0">
                <a:solidFill>
                  <a:srgbClr val="171312"/>
                </a:solidFill>
                <a:effectLst/>
                <a:latin typeface="-apple-system"/>
              </a:rPr>
              <a:t> </a:t>
            </a:r>
            <a:r>
              <a:rPr lang="es-CL" b="1" i="0" dirty="0" err="1">
                <a:solidFill>
                  <a:srgbClr val="171312"/>
                </a:solidFill>
                <a:effectLst/>
                <a:latin typeface="-apple-system"/>
              </a:rPr>
              <a:t>sai</a:t>
            </a:r>
            <a:endParaRPr lang="es-CL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7DAE392-DD88-551C-D7FD-368EF569F7FA}"/>
              </a:ext>
            </a:extLst>
          </p:cNvPr>
          <p:cNvSpPr txBox="1"/>
          <p:nvPr/>
        </p:nvSpPr>
        <p:spPr>
          <a:xfrm>
            <a:off x="728221" y="3700795"/>
            <a:ext cx="207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/>
              <a:t>--------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32DF606-7AB6-C8B2-7B18-761533AF4E59}"/>
              </a:ext>
            </a:extLst>
          </p:cNvPr>
          <p:cNvSpPr txBox="1"/>
          <p:nvPr/>
        </p:nvSpPr>
        <p:spPr>
          <a:xfrm>
            <a:off x="841995" y="1720900"/>
            <a:ext cx="2966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 err="1"/>
              <a:t>chīsana</a:t>
            </a:r>
            <a:r>
              <a:rPr lang="es-CL" dirty="0"/>
              <a:t> chairo no </a:t>
            </a:r>
            <a:r>
              <a:rPr lang="es-CL" dirty="0" err="1"/>
              <a:t>inu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5268B9-F2D4-FF10-5E89-CC0055BE6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99622"/>
            <a:ext cx="4767768" cy="47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0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2352-2C1E-3D82-894A-4A74A3FA3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E3BC137-FF8A-8183-2015-E7CB348DE213}"/>
              </a:ext>
            </a:extLst>
          </p:cNvPr>
          <p:cNvSpPr txBox="1"/>
          <p:nvPr/>
        </p:nvSpPr>
        <p:spPr>
          <a:xfrm>
            <a:off x="209232" y="110337"/>
            <a:ext cx="11982768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ja-JP" altLang="es-CL" dirty="0"/>
              <a:t>中くらいの赤い鼠</a:t>
            </a:r>
            <a:endParaRPr lang="es-CL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C861B9D-CB03-8AE4-1FAD-CA1D96487EF3}"/>
              </a:ext>
            </a:extLst>
          </p:cNvPr>
          <p:cNvSpPr txBox="1"/>
          <p:nvPr/>
        </p:nvSpPr>
        <p:spPr>
          <a:xfrm>
            <a:off x="340817" y="1669872"/>
            <a:ext cx="2966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 err="1"/>
              <a:t>nakakurai</a:t>
            </a:r>
            <a:r>
              <a:rPr lang="es-CL" dirty="0"/>
              <a:t> no </a:t>
            </a:r>
            <a:r>
              <a:rPr lang="es-CL" dirty="0" err="1"/>
              <a:t>akai</a:t>
            </a:r>
            <a:r>
              <a:rPr lang="es-CL" dirty="0"/>
              <a:t> </a:t>
            </a:r>
            <a:r>
              <a:rPr lang="es-CL" dirty="0" err="1"/>
              <a:t>nezumi</a:t>
            </a:r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9680BD0-8980-1CB8-B471-5D3BAE6BF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00" y="1772239"/>
            <a:ext cx="4961468" cy="496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82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DBC92-B8C1-6697-9196-7DFAADD03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2BCD0CB-C391-930E-0E76-669150BD2D5E}"/>
              </a:ext>
            </a:extLst>
          </p:cNvPr>
          <p:cNvSpPr txBox="1"/>
          <p:nvPr/>
        </p:nvSpPr>
        <p:spPr>
          <a:xfrm>
            <a:off x="832569" y="337574"/>
            <a:ext cx="52020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----------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1901B4B-4E5D-0061-6ACC-B2DF19DBAEA3}"/>
              </a:ext>
            </a:extLst>
          </p:cNvPr>
          <p:cNvSpPr txBox="1"/>
          <p:nvPr/>
        </p:nvSpPr>
        <p:spPr>
          <a:xfrm>
            <a:off x="728221" y="2341717"/>
            <a:ext cx="168988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</a:t>
            </a:r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D43857E-B47D-4E3A-5FC6-276E97CFF39A}"/>
              </a:ext>
            </a:extLst>
          </p:cNvPr>
          <p:cNvSpPr txBox="1"/>
          <p:nvPr/>
        </p:nvSpPr>
        <p:spPr>
          <a:xfrm>
            <a:off x="728221" y="4203765"/>
            <a:ext cx="219162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----</a:t>
            </a:r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0D56023-D61E-E9CB-A8BA-887E05187856}"/>
              </a:ext>
            </a:extLst>
          </p:cNvPr>
          <p:cNvSpPr txBox="1"/>
          <p:nvPr/>
        </p:nvSpPr>
        <p:spPr>
          <a:xfrm>
            <a:off x="728220" y="5594426"/>
            <a:ext cx="4051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0" dirty="0">
                <a:solidFill>
                  <a:srgbClr val="171312"/>
                </a:solidFill>
                <a:effectLst/>
                <a:latin typeface="-apple-system"/>
              </a:rPr>
              <a:t>.---------------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AD6272A-744F-2628-D784-0559CE736214}"/>
              </a:ext>
            </a:extLst>
          </p:cNvPr>
          <p:cNvSpPr txBox="1"/>
          <p:nvPr/>
        </p:nvSpPr>
        <p:spPr>
          <a:xfrm>
            <a:off x="728221" y="3700795"/>
            <a:ext cx="207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/>
              <a:t>--------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8E0D1DC-F5E2-979B-0F0F-A969157CE6BA}"/>
              </a:ext>
            </a:extLst>
          </p:cNvPr>
          <p:cNvSpPr txBox="1"/>
          <p:nvPr/>
        </p:nvSpPr>
        <p:spPr>
          <a:xfrm>
            <a:off x="841995" y="1720900"/>
            <a:ext cx="2966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/>
              <a:t>-----------</a:t>
            </a:r>
          </a:p>
        </p:txBody>
      </p:sp>
    </p:spTree>
    <p:extLst>
      <p:ext uri="{BB962C8B-B14F-4D97-AF65-F5344CB8AC3E}">
        <p14:creationId xmlns:p14="http://schemas.microsoft.com/office/powerpoint/2010/main" val="1951059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9B3C6-573C-8515-6887-DC299751B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7C51342-4913-F2FD-8FD6-1CE041E80CA6}"/>
              </a:ext>
            </a:extLst>
          </p:cNvPr>
          <p:cNvSpPr txBox="1"/>
          <p:nvPr/>
        </p:nvSpPr>
        <p:spPr>
          <a:xfrm>
            <a:off x="832569" y="337574"/>
            <a:ext cx="52020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----------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1261D5F-E127-8209-8DF0-8989738DCEC0}"/>
              </a:ext>
            </a:extLst>
          </p:cNvPr>
          <p:cNvSpPr txBox="1"/>
          <p:nvPr/>
        </p:nvSpPr>
        <p:spPr>
          <a:xfrm>
            <a:off x="728221" y="2341717"/>
            <a:ext cx="168988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</a:t>
            </a:r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CCC83FB-52CD-94E1-7EB4-68E611AFABD0}"/>
              </a:ext>
            </a:extLst>
          </p:cNvPr>
          <p:cNvSpPr txBox="1"/>
          <p:nvPr/>
        </p:nvSpPr>
        <p:spPr>
          <a:xfrm>
            <a:off x="728221" y="4203765"/>
            <a:ext cx="219162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----</a:t>
            </a:r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F11C979-3C04-4775-7EEE-80C739DF921F}"/>
              </a:ext>
            </a:extLst>
          </p:cNvPr>
          <p:cNvSpPr txBox="1"/>
          <p:nvPr/>
        </p:nvSpPr>
        <p:spPr>
          <a:xfrm>
            <a:off x="728220" y="5594426"/>
            <a:ext cx="4051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0" dirty="0">
                <a:solidFill>
                  <a:srgbClr val="171312"/>
                </a:solidFill>
                <a:effectLst/>
                <a:latin typeface="-apple-system"/>
              </a:rPr>
              <a:t>.---------------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254B219-8CFE-1EEE-AD6B-162F1083ABCE}"/>
              </a:ext>
            </a:extLst>
          </p:cNvPr>
          <p:cNvSpPr txBox="1"/>
          <p:nvPr/>
        </p:nvSpPr>
        <p:spPr>
          <a:xfrm>
            <a:off x="728221" y="3700795"/>
            <a:ext cx="207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/>
              <a:t>--------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FFAAB78-0AE7-FF23-9F8B-64979C0B4881}"/>
              </a:ext>
            </a:extLst>
          </p:cNvPr>
          <p:cNvSpPr txBox="1"/>
          <p:nvPr/>
        </p:nvSpPr>
        <p:spPr>
          <a:xfrm>
            <a:off x="841995" y="1720900"/>
            <a:ext cx="2966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/>
              <a:t>-----------</a:t>
            </a:r>
          </a:p>
        </p:txBody>
      </p:sp>
    </p:spTree>
    <p:extLst>
      <p:ext uri="{BB962C8B-B14F-4D97-AF65-F5344CB8AC3E}">
        <p14:creationId xmlns:p14="http://schemas.microsoft.com/office/powerpoint/2010/main" val="3628456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9BFD8-54F7-C66C-ACF8-909978C6A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B2428E9-FBA6-66D7-3F60-24F396D6DB70}"/>
              </a:ext>
            </a:extLst>
          </p:cNvPr>
          <p:cNvSpPr txBox="1"/>
          <p:nvPr/>
        </p:nvSpPr>
        <p:spPr>
          <a:xfrm>
            <a:off x="832569" y="337574"/>
            <a:ext cx="52020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----------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BF8F304-3A63-1381-F6D0-251D961DD994}"/>
              </a:ext>
            </a:extLst>
          </p:cNvPr>
          <p:cNvSpPr txBox="1"/>
          <p:nvPr/>
        </p:nvSpPr>
        <p:spPr>
          <a:xfrm>
            <a:off x="728221" y="2341717"/>
            <a:ext cx="168988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</a:t>
            </a:r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FAECBD8-728F-0CF3-6BFB-4A473EF1DB5E}"/>
              </a:ext>
            </a:extLst>
          </p:cNvPr>
          <p:cNvSpPr txBox="1"/>
          <p:nvPr/>
        </p:nvSpPr>
        <p:spPr>
          <a:xfrm>
            <a:off x="728221" y="4203765"/>
            <a:ext cx="219162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1500" b="1"/>
            </a:lvl1pPr>
          </a:lstStyle>
          <a:p>
            <a:r>
              <a:rPr lang="es-CL" altLang="ja-JP" dirty="0"/>
              <a:t>----</a:t>
            </a:r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CB1FAF-7231-CDD9-1E4B-C35B44C0F61D}"/>
              </a:ext>
            </a:extLst>
          </p:cNvPr>
          <p:cNvSpPr txBox="1"/>
          <p:nvPr/>
        </p:nvSpPr>
        <p:spPr>
          <a:xfrm>
            <a:off x="728220" y="5594426"/>
            <a:ext cx="4051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0" dirty="0">
                <a:solidFill>
                  <a:srgbClr val="171312"/>
                </a:solidFill>
                <a:effectLst/>
                <a:latin typeface="-apple-system"/>
              </a:rPr>
              <a:t>.---------------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44694C3-FD56-5554-76FF-FEF39DCEEDB2}"/>
              </a:ext>
            </a:extLst>
          </p:cNvPr>
          <p:cNvSpPr txBox="1"/>
          <p:nvPr/>
        </p:nvSpPr>
        <p:spPr>
          <a:xfrm>
            <a:off x="728221" y="3700795"/>
            <a:ext cx="207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/>
              <a:t>--------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C9028AB-6026-2CE5-33FD-FF958C89B5C4}"/>
              </a:ext>
            </a:extLst>
          </p:cNvPr>
          <p:cNvSpPr txBox="1"/>
          <p:nvPr/>
        </p:nvSpPr>
        <p:spPr>
          <a:xfrm>
            <a:off x="841995" y="1720900"/>
            <a:ext cx="29664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b="1" i="0">
                <a:solidFill>
                  <a:srgbClr val="171312"/>
                </a:solidFill>
                <a:effectLst/>
                <a:latin typeface="-apple-system"/>
              </a:defRPr>
            </a:lvl1pPr>
          </a:lstStyle>
          <a:p>
            <a:r>
              <a:rPr lang="es-CL" dirty="0"/>
              <a:t>----</a:t>
            </a:r>
            <a:r>
              <a:rPr lang="es-CL" dirty="0">
                <a:hlinkClick r:id="rId2"/>
              </a:rPr>
              <a:t>Abecedario japonés – Japonés Básico</a:t>
            </a:r>
            <a:r>
              <a:rPr lang="es-CL" dirty="0"/>
              <a:t>-------</a:t>
            </a:r>
          </a:p>
        </p:txBody>
      </p:sp>
    </p:spTree>
    <p:extLst>
      <p:ext uri="{BB962C8B-B14F-4D97-AF65-F5344CB8AC3E}">
        <p14:creationId xmlns:p14="http://schemas.microsoft.com/office/powerpoint/2010/main" val="2401240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Esquemático&#10;&#10;El contenido generado por IA puede ser incorrecto.">
            <a:extLst>
              <a:ext uri="{FF2B5EF4-FFF2-40B4-BE49-F238E27FC236}">
                <a16:creationId xmlns:a16="http://schemas.microsoft.com/office/drawing/2014/main" id="{02DF7F10-D90D-5348-4D11-1F566B7BB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51" b="16528"/>
          <a:stretch>
            <a:fillRect/>
          </a:stretch>
        </p:blipFill>
        <p:spPr>
          <a:xfrm rot="16200000">
            <a:off x="2572141" y="-1614488"/>
            <a:ext cx="6752441" cy="1008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7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2E77D-9FDC-45A2-FFD0-67DEFBD51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1B2659A-3B80-4623-2707-D6D26B341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540001" y="-2359025"/>
            <a:ext cx="7073900" cy="1163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003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D5C20-2408-D0E7-B0D2-EFF3182D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AD7A61E-4DF3-54B9-C159-F895932EF2B1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816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424DE-975C-9BA8-AE1B-5A099BAC6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7F830ED-3813-3630-3693-66D70A353FF2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725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343B0-75E7-96ED-55A5-F7FC37439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DCBB46A-F42C-1D5C-B641-FEEE1E93B6F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040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D0652-F35C-CE28-678D-803FA54B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BA106B4-B948-D27E-BCB4-D3233FD676D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93248" cy="297560"/>
        </p:xfrm>
        <a:graphic>
          <a:graphicData uri="http://schemas.openxmlformats.org/drawingml/2006/table">
            <a:tbl>
              <a:tblPr/>
              <a:tblGrid>
                <a:gridCol w="1466256">
                  <a:extLst>
                    <a:ext uri="{9D8B030D-6E8A-4147-A177-3AD203B41FA5}">
                      <a16:colId xmlns:a16="http://schemas.microsoft.com/office/drawing/2014/main" val="2603856979"/>
                    </a:ext>
                  </a:extLst>
                </a:gridCol>
                <a:gridCol w="4226992">
                  <a:extLst>
                    <a:ext uri="{9D8B030D-6E8A-4147-A177-3AD203B41FA5}">
                      <a16:colId xmlns:a16="http://schemas.microsoft.com/office/drawing/2014/main" val="192550164"/>
                    </a:ext>
                  </a:extLst>
                </a:gridCol>
              </a:tblGrid>
              <a:tr h="214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600" b="1">
                          <a:effectLst/>
                        </a:rPr>
                        <a:t>Kanji</a:t>
                      </a:r>
                      <a:endParaRPr lang="es-CL" sz="160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>
                          <a:effectLst/>
                        </a:rPr>
                        <a:t>Palabras comunes con el kanji</a:t>
                      </a:r>
                      <a:endParaRPr lang="es-CL" sz="1600" dirty="0">
                        <a:effectLst/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3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05922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4457</TotalTime>
  <Words>328</Words>
  <Application>Microsoft Office PowerPoint</Application>
  <PresentationFormat>Panorámica</PresentationFormat>
  <Paragraphs>67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-apple-system</vt:lpstr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 Ignacio Silva Castillo</dc:creator>
  <cp:lastModifiedBy>Rene Ignacio Silva Castillo</cp:lastModifiedBy>
  <cp:revision>21</cp:revision>
  <cp:lastPrinted>2025-11-19T17:04:03Z</cp:lastPrinted>
  <dcterms:created xsi:type="dcterms:W3CDTF">2025-10-19T16:02:48Z</dcterms:created>
  <dcterms:modified xsi:type="dcterms:W3CDTF">2025-11-26T21:00:04Z</dcterms:modified>
</cp:coreProperties>
</file>