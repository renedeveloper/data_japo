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875" y="142875"/>
            <a:ext cx="42385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2" kern="0" dirty="0">
                <a:solidFill>
                  <a:srgbClr val="C41E3A"/>
                </a:solidFill>
              </a:rPr>
              <a:t>GO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142875" y="428625"/>
            <a:ext cx="2881303" cy="1452553"/>
          </a:xfrm>
          <a:prstGeom prst="rect">
            <a:avLst/>
          </a:prstGeom>
          <a:solidFill>
            <a:srgbClr val="FFFFFF">
              <a:alpha val="60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26338" y="651644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1A1A1A"/>
                </a:solidFill>
              </a:rPr>
              <a:t>五</a:t>
            </a:r>
            <a:endParaRPr lang="en-US" sz="3731" dirty="0"/>
          </a:p>
        </p:txBody>
      </p:sp>
      <p:sp>
        <p:nvSpPr>
          <p:cNvPr id="6" name="Text 3"/>
          <p:cNvSpPr/>
          <p:nvPr/>
        </p:nvSpPr>
        <p:spPr>
          <a:xfrm>
            <a:off x="1097738" y="1223144"/>
            <a:ext cx="971578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五人が来ました。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1209666" y="1409579"/>
            <a:ext cx="747722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i="1" dirty="0">
                <a:solidFill>
                  <a:srgbClr val="4A4A4A"/>
                </a:solidFill>
              </a:rPr>
              <a:t>Gonin ga kimashita.</a:t>
            </a:r>
            <a:endParaRPr lang="en-US" sz="534" dirty="0"/>
          </a:p>
        </p:txBody>
      </p:sp>
      <p:sp>
        <p:nvSpPr>
          <p:cNvPr id="8" name="Text 5"/>
          <p:cNvSpPr/>
          <p:nvPr/>
        </p:nvSpPr>
        <p:spPr>
          <a:xfrm>
            <a:off x="1091571" y="1546733"/>
            <a:ext cx="98388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Vinieron cinco personas.</a:t>
            </a:r>
            <a:endParaRPr lang="en-US" sz="621" dirty="0"/>
          </a:p>
        </p:txBody>
      </p:sp>
      <p:sp>
        <p:nvSpPr>
          <p:cNvPr id="9" name="Shape 6"/>
          <p:cNvSpPr/>
          <p:nvPr/>
        </p:nvSpPr>
        <p:spPr>
          <a:xfrm>
            <a:off x="3131334" y="428625"/>
            <a:ext cx="2881303" cy="1452553"/>
          </a:xfrm>
          <a:prstGeom prst="rect">
            <a:avLst/>
          </a:prstGeom>
          <a:solidFill>
            <a:srgbClr val="FFFFFF">
              <a:alpha val="60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14797" y="651644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1A1A1A"/>
                </a:solidFill>
              </a:rPr>
              <a:t>語</a:t>
            </a:r>
            <a:endParaRPr lang="en-US" sz="3731" dirty="0"/>
          </a:p>
        </p:txBody>
      </p:sp>
      <p:sp>
        <p:nvSpPr>
          <p:cNvPr id="11" name="Text 8"/>
          <p:cNvSpPr/>
          <p:nvPr/>
        </p:nvSpPr>
        <p:spPr>
          <a:xfrm>
            <a:off x="3970837" y="1223144"/>
            <a:ext cx="1202299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日本語を勉強します。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059157" y="1409579"/>
            <a:ext cx="1025658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i="1" dirty="0">
                <a:solidFill>
                  <a:srgbClr val="4A4A4A"/>
                </a:solidFill>
              </a:rPr>
              <a:t>Nihongo o benkyō shimasu.</a:t>
            </a:r>
            <a:endParaRPr lang="en-US" sz="534" dirty="0"/>
          </a:p>
        </p:txBody>
      </p:sp>
      <p:sp>
        <p:nvSpPr>
          <p:cNvPr id="13" name="Text 10"/>
          <p:cNvSpPr/>
          <p:nvPr/>
        </p:nvSpPr>
        <p:spPr>
          <a:xfrm>
            <a:off x="4241071" y="1546733"/>
            <a:ext cx="661801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Estudio japonés.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6119794" y="428625"/>
            <a:ext cx="2881331" cy="1452553"/>
          </a:xfrm>
          <a:prstGeom prst="rect">
            <a:avLst/>
          </a:prstGeom>
          <a:solidFill>
            <a:srgbClr val="FFFFFF">
              <a:alpha val="60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03284" y="642100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1A1A1A"/>
                </a:solidFill>
              </a:rPr>
              <a:t>午</a:t>
            </a:r>
            <a:endParaRPr lang="en-US" sz="3731" dirty="0"/>
          </a:p>
        </p:txBody>
      </p:sp>
      <p:sp>
        <p:nvSpPr>
          <p:cNvPr id="16" name="Text 13"/>
          <p:cNvSpPr/>
          <p:nvPr/>
        </p:nvSpPr>
        <p:spPr>
          <a:xfrm>
            <a:off x="7141462" y="1213600"/>
            <a:ext cx="837967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午後三時です。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7243204" y="1400035"/>
            <a:ext cx="634482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i="1" dirty="0">
                <a:solidFill>
                  <a:srgbClr val="4A4A4A"/>
                </a:solidFill>
              </a:rPr>
              <a:t>Gogo san-ji desu.</a:t>
            </a:r>
            <a:endParaRPr lang="en-US" sz="534" dirty="0"/>
          </a:p>
        </p:txBody>
      </p:sp>
      <p:sp>
        <p:nvSpPr>
          <p:cNvPr id="18" name="Text 15"/>
          <p:cNvSpPr/>
          <p:nvPr/>
        </p:nvSpPr>
        <p:spPr>
          <a:xfrm>
            <a:off x="7294606" y="1537190"/>
            <a:ext cx="53167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Son las 3 PM.</a:t>
            </a: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142875" y="1969275"/>
            <a:ext cx="2881303" cy="1462097"/>
          </a:xfrm>
          <a:prstGeom prst="rect">
            <a:avLst/>
          </a:prstGeom>
          <a:solidFill>
            <a:srgbClr val="FFFFFF">
              <a:alpha val="60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26338" y="2197066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1A1A1A"/>
                </a:solidFill>
              </a:rPr>
              <a:t>号</a:t>
            </a:r>
            <a:endParaRPr lang="en-US" sz="3731" dirty="0"/>
          </a:p>
        </p:txBody>
      </p:sp>
      <p:sp>
        <p:nvSpPr>
          <p:cNvPr id="21" name="Text 18"/>
          <p:cNvSpPr/>
          <p:nvPr/>
        </p:nvSpPr>
        <p:spPr>
          <a:xfrm>
            <a:off x="859706" y="2768566"/>
            <a:ext cx="1447614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一号車に乗ってください。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1077730" y="2955001"/>
            <a:ext cx="1011594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i="1" dirty="0">
                <a:solidFill>
                  <a:srgbClr val="4A4A4A"/>
                </a:solidFill>
              </a:rPr>
              <a:t>Ichigōsha ni notte kudasai.</a:t>
            </a:r>
            <a:endParaRPr lang="en-US" sz="534" dirty="0"/>
          </a:p>
        </p:txBody>
      </p:sp>
      <p:sp>
        <p:nvSpPr>
          <p:cNvPr id="23" name="Text 20"/>
          <p:cNvSpPr/>
          <p:nvPr/>
        </p:nvSpPr>
        <p:spPr>
          <a:xfrm>
            <a:off x="885099" y="3092155"/>
            <a:ext cx="1396826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Por favor, suba al vagón número 1.</a:t>
            </a:r>
            <a:endParaRPr lang="en-US" sz="621" dirty="0"/>
          </a:p>
        </p:txBody>
      </p:sp>
      <p:sp>
        <p:nvSpPr>
          <p:cNvPr id="24" name="Shape 21"/>
          <p:cNvSpPr/>
          <p:nvPr/>
        </p:nvSpPr>
        <p:spPr>
          <a:xfrm>
            <a:off x="3131334" y="1969275"/>
            <a:ext cx="2881303" cy="1462097"/>
          </a:xfrm>
          <a:prstGeom prst="rect">
            <a:avLst/>
          </a:prstGeom>
          <a:solidFill>
            <a:srgbClr val="FFFFFF">
              <a:alpha val="60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14797" y="2197066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1A1A1A"/>
                </a:solidFill>
              </a:rPr>
              <a:t>護</a:t>
            </a:r>
            <a:endParaRPr lang="en-US" sz="3731" dirty="0"/>
          </a:p>
        </p:txBody>
      </p:sp>
      <p:sp>
        <p:nvSpPr>
          <p:cNvPr id="26" name="Text 23"/>
          <p:cNvSpPr/>
          <p:nvPr/>
        </p:nvSpPr>
        <p:spPr>
          <a:xfrm>
            <a:off x="4086197" y="2768566"/>
            <a:ext cx="971578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環境を保護する。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4194665" y="2955001"/>
            <a:ext cx="754614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i="1" dirty="0">
                <a:solidFill>
                  <a:srgbClr val="4A4A4A"/>
                </a:solidFill>
              </a:rPr>
              <a:t>Kankyō o hogo suru.</a:t>
            </a:r>
            <a:endParaRPr lang="en-US" sz="534" dirty="0"/>
          </a:p>
        </p:txBody>
      </p:sp>
      <p:sp>
        <p:nvSpPr>
          <p:cNvPr id="28" name="Text 25"/>
          <p:cNvSpPr/>
          <p:nvPr/>
        </p:nvSpPr>
        <p:spPr>
          <a:xfrm>
            <a:off x="3995784" y="3092155"/>
            <a:ext cx="115240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Proteger el medio ambiente.</a:t>
            </a:r>
            <a:endParaRPr lang="en-US" sz="621" dirty="0"/>
          </a:p>
        </p:txBody>
      </p:sp>
      <p:sp>
        <p:nvSpPr>
          <p:cNvPr id="29" name="Shape 26"/>
          <p:cNvSpPr/>
          <p:nvPr/>
        </p:nvSpPr>
        <p:spPr>
          <a:xfrm>
            <a:off x="6119794" y="1969275"/>
            <a:ext cx="2881331" cy="1462097"/>
          </a:xfrm>
          <a:prstGeom prst="rect">
            <a:avLst/>
          </a:prstGeom>
          <a:solidFill>
            <a:srgbClr val="FFFFFF">
              <a:alpha val="60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03284" y="2197066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1A1A1A"/>
                </a:solidFill>
              </a:rPr>
              <a:t>誤</a:t>
            </a:r>
            <a:endParaRPr lang="en-US" sz="3731" dirty="0"/>
          </a:p>
        </p:txBody>
      </p:sp>
      <p:sp>
        <p:nvSpPr>
          <p:cNvPr id="31" name="Text 28"/>
          <p:cNvSpPr/>
          <p:nvPr/>
        </p:nvSpPr>
        <p:spPr>
          <a:xfrm>
            <a:off x="7196100" y="2768566"/>
            <a:ext cx="728690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誤解を招く。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7247837" y="2955001"/>
            <a:ext cx="625218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i="1" dirty="0">
                <a:solidFill>
                  <a:srgbClr val="4A4A4A"/>
                </a:solidFill>
              </a:rPr>
              <a:t>Gokai o maneku.</a:t>
            </a:r>
            <a:endParaRPr lang="en-US" sz="534" dirty="0"/>
          </a:p>
        </p:txBody>
      </p:sp>
      <p:sp>
        <p:nvSpPr>
          <p:cNvPr id="33" name="Text 30"/>
          <p:cNvSpPr/>
          <p:nvPr/>
        </p:nvSpPr>
        <p:spPr>
          <a:xfrm>
            <a:off x="7014130" y="3092155"/>
            <a:ext cx="109265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Provocar un malentendido.</a:t>
            </a:r>
            <a:endParaRPr lang="en-US" sz="621" dirty="0"/>
          </a:p>
        </p:txBody>
      </p:sp>
      <p:sp>
        <p:nvSpPr>
          <p:cNvPr id="34" name="Shape 31"/>
          <p:cNvSpPr/>
          <p:nvPr/>
        </p:nvSpPr>
        <p:spPr>
          <a:xfrm>
            <a:off x="142875" y="3529013"/>
            <a:ext cx="2881303" cy="1471613"/>
          </a:xfrm>
          <a:prstGeom prst="rect">
            <a:avLst/>
          </a:prstGeom>
          <a:solidFill>
            <a:srgbClr val="FFFFFF">
              <a:alpha val="60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326338" y="3761547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1A1A1A"/>
                </a:solidFill>
              </a:rPr>
              <a:t>郷</a:t>
            </a:r>
            <a:endParaRPr lang="en-US" sz="3731" dirty="0"/>
          </a:p>
        </p:txBody>
      </p:sp>
      <p:sp>
        <p:nvSpPr>
          <p:cNvPr id="36" name="Text 33"/>
          <p:cNvSpPr/>
          <p:nvPr/>
        </p:nvSpPr>
        <p:spPr>
          <a:xfrm>
            <a:off x="1219181" y="4333047"/>
            <a:ext cx="728690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故郷に帰る。</a:t>
            </a:r>
            <a:endParaRPr lang="en-US" sz="834" dirty="0"/>
          </a:p>
        </p:txBody>
      </p:sp>
      <p:sp>
        <p:nvSpPr>
          <p:cNvPr id="37" name="Text 34"/>
          <p:cNvSpPr/>
          <p:nvPr/>
        </p:nvSpPr>
        <p:spPr>
          <a:xfrm>
            <a:off x="1295893" y="4519482"/>
            <a:ext cx="575239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i="1" dirty="0">
                <a:solidFill>
                  <a:srgbClr val="4A4A4A"/>
                </a:solidFill>
              </a:rPr>
              <a:t>Kokyō ni kaeru.</a:t>
            </a:r>
            <a:endParaRPr lang="en-US" sz="534" dirty="0"/>
          </a:p>
        </p:txBody>
      </p:sp>
      <p:sp>
        <p:nvSpPr>
          <p:cNvPr id="38" name="Text 35"/>
          <p:cNvSpPr/>
          <p:nvPr/>
        </p:nvSpPr>
        <p:spPr>
          <a:xfrm>
            <a:off x="1030291" y="4656637"/>
            <a:ext cx="1106472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Regresar a mi pueblo natal.</a:t>
            </a:r>
            <a:endParaRPr lang="en-US" sz="621" dirty="0"/>
          </a:p>
        </p:txBody>
      </p:sp>
      <p:sp>
        <p:nvSpPr>
          <p:cNvPr id="39" name="Shape 36"/>
          <p:cNvSpPr/>
          <p:nvPr/>
        </p:nvSpPr>
        <p:spPr>
          <a:xfrm>
            <a:off x="3131334" y="3529013"/>
            <a:ext cx="2881303" cy="1471613"/>
          </a:xfrm>
          <a:prstGeom prst="rect">
            <a:avLst/>
          </a:prstGeom>
          <a:solidFill>
            <a:srgbClr val="FFFFFF">
              <a:alpha val="60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314797" y="3771063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1A1A1A"/>
                </a:solidFill>
              </a:rPr>
              <a:t>後</a:t>
            </a:r>
            <a:endParaRPr lang="en-US" sz="3731" dirty="0"/>
          </a:p>
        </p:txBody>
      </p:sp>
      <p:sp>
        <p:nvSpPr>
          <p:cNvPr id="41" name="Text 38"/>
          <p:cNvSpPr/>
          <p:nvPr/>
        </p:nvSpPr>
        <p:spPr>
          <a:xfrm>
            <a:off x="4086197" y="4342563"/>
            <a:ext cx="971578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食後に薬を飲む。</a:t>
            </a:r>
            <a:endParaRPr lang="en-US" sz="834" dirty="0"/>
          </a:p>
        </p:txBody>
      </p:sp>
      <p:sp>
        <p:nvSpPr>
          <p:cNvPr id="42" name="Text 39"/>
          <p:cNvSpPr/>
          <p:nvPr/>
        </p:nvSpPr>
        <p:spPr>
          <a:xfrm>
            <a:off x="4079025" y="4528998"/>
            <a:ext cx="985893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i="1" dirty="0">
                <a:solidFill>
                  <a:srgbClr val="4A4A4A"/>
                </a:solidFill>
              </a:rPr>
              <a:t>Shokugo ni kusuri o nomu.</a:t>
            </a:r>
            <a:endParaRPr lang="en-US" sz="534" dirty="0"/>
          </a:p>
        </p:txBody>
      </p:sp>
      <p:sp>
        <p:nvSpPr>
          <p:cNvPr id="43" name="Text 40"/>
          <p:cNvSpPr/>
          <p:nvPr/>
        </p:nvSpPr>
        <p:spPr>
          <a:xfrm>
            <a:off x="3721754" y="4666152"/>
            <a:ext cx="170046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Tomar el medicamento después de comer.</a:t>
            </a:r>
            <a:endParaRPr lang="en-US" sz="62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2025-11-26T17:32:37Z</dcterms:created>
  <dcterms:modified xsi:type="dcterms:W3CDTF">2025-11-26T17:32:37Z</dcterms:modified>
</cp:coreProperties>
</file>