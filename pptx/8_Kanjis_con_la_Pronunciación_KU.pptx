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" y="142875"/>
            <a:ext cx="399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2" kern="0" dirty="0">
                <a:solidFill>
                  <a:srgbClr val="C41E3A"/>
                </a:solidFill>
              </a:rPr>
              <a:t>KU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142875" y="428625"/>
            <a:ext cx="2881303" cy="145255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26338" y="651644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区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1158460" y="1223144"/>
            <a:ext cx="85013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区画を分ける。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251384" y="1409579"/>
            <a:ext cx="664257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Kukaku o wakeru.</a:t>
            </a:r>
            <a:endParaRPr lang="en-US" sz="534" dirty="0"/>
          </a:p>
        </p:txBody>
      </p:sp>
      <p:sp>
        <p:nvSpPr>
          <p:cNvPr id="8" name="Text 5"/>
          <p:cNvSpPr/>
          <p:nvPr/>
        </p:nvSpPr>
        <p:spPr>
          <a:xfrm>
            <a:off x="1235004" y="1546733"/>
            <a:ext cx="697046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Dividir la sección.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3131334" y="428625"/>
            <a:ext cx="2881303" cy="145255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4797" y="651644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苦</a:t>
            </a:r>
            <a:endParaRPr lang="en-US" sz="3731" dirty="0"/>
          </a:p>
        </p:txBody>
      </p:sp>
      <p:sp>
        <p:nvSpPr>
          <p:cNvPr id="11" name="Text 8"/>
          <p:cNvSpPr/>
          <p:nvPr/>
        </p:nvSpPr>
        <p:spPr>
          <a:xfrm>
            <a:off x="4146919" y="1223144"/>
            <a:ext cx="85013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苦痛を感じる。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78130" y="1409579"/>
            <a:ext cx="587713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Kutsū o kanjiru.</a:t>
            </a:r>
            <a:endParaRPr lang="en-US" sz="534" dirty="0"/>
          </a:p>
        </p:txBody>
      </p:sp>
      <p:sp>
        <p:nvSpPr>
          <p:cNvPr id="13" name="Text 10"/>
          <p:cNvSpPr/>
          <p:nvPr/>
        </p:nvSpPr>
        <p:spPr>
          <a:xfrm>
            <a:off x="4330787" y="1546733"/>
            <a:ext cx="48239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Sentir dolor.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6119794" y="428625"/>
            <a:ext cx="2881331" cy="145255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03284" y="642100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句</a:t>
            </a:r>
            <a:endParaRPr lang="en-US" sz="3731" dirty="0"/>
          </a:p>
        </p:txBody>
      </p:sp>
      <p:sp>
        <p:nvSpPr>
          <p:cNvPr id="16" name="Text 13"/>
          <p:cNvSpPr/>
          <p:nvPr/>
        </p:nvSpPr>
        <p:spPr>
          <a:xfrm>
            <a:off x="7137834" y="1213600"/>
            <a:ext cx="845251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句読点を打つ。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275044" y="1400035"/>
            <a:ext cx="570830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Kutōten o utsu.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6984467" y="1537190"/>
            <a:ext cx="1151985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Poner signos de puntuación.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142875" y="1969275"/>
            <a:ext cx="2881303" cy="1462097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26338" y="2197066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駆</a:t>
            </a:r>
            <a:endParaRPr lang="en-US" sz="3731" dirty="0"/>
          </a:p>
        </p:txBody>
      </p:sp>
      <p:sp>
        <p:nvSpPr>
          <p:cNvPr id="21" name="Text 18"/>
          <p:cNvSpPr/>
          <p:nvPr/>
        </p:nvSpPr>
        <p:spPr>
          <a:xfrm>
            <a:off x="981763" y="2768566"/>
            <a:ext cx="120352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駆使して技術を使う。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1058028" y="2955001"/>
            <a:ext cx="105096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Kushi shite gijutsu o tsukau.</a:t>
            </a:r>
            <a:endParaRPr lang="en-US" sz="534" dirty="0"/>
          </a:p>
        </p:txBody>
      </p:sp>
      <p:sp>
        <p:nvSpPr>
          <p:cNvPr id="23" name="Text 20"/>
          <p:cNvSpPr/>
          <p:nvPr/>
        </p:nvSpPr>
        <p:spPr>
          <a:xfrm>
            <a:off x="940408" y="3092155"/>
            <a:ext cx="128623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Utilizar la tecnología al máximo.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3131334" y="1969275"/>
            <a:ext cx="2881303" cy="1462097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4797" y="2197066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掘</a:t>
            </a:r>
            <a:endParaRPr lang="en-US" sz="3731" dirty="0"/>
          </a:p>
        </p:txBody>
      </p:sp>
      <p:sp>
        <p:nvSpPr>
          <p:cNvPr id="26" name="Text 23"/>
          <p:cNvSpPr/>
          <p:nvPr/>
        </p:nvSpPr>
        <p:spPr>
          <a:xfrm>
            <a:off x="4089853" y="2768566"/>
            <a:ext cx="964267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発掘調査を行う。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083602" y="2955001"/>
            <a:ext cx="976768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Hakkutsu chōsa o okonau.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3744804" y="3092155"/>
            <a:ext cx="1654336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Realizar una investigación de excavación.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6119794" y="1969275"/>
            <a:ext cx="2881331" cy="1462097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03284" y="2197066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屈</a:t>
            </a:r>
            <a:endParaRPr lang="en-US" sz="3731" dirty="0"/>
          </a:p>
        </p:txBody>
      </p:sp>
      <p:sp>
        <p:nvSpPr>
          <p:cNvPr id="31" name="Text 28"/>
          <p:cNvSpPr/>
          <p:nvPr/>
        </p:nvSpPr>
        <p:spPr>
          <a:xfrm>
            <a:off x="7135378" y="2768566"/>
            <a:ext cx="85013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屈辱を感じる。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7185887" y="2955001"/>
            <a:ext cx="749117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Kutsujoku o kanjiru.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7185050" y="3092155"/>
            <a:ext cx="75079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Sentir humillación.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142875" y="3529013"/>
            <a:ext cx="2881303" cy="147161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26338" y="3761547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空</a:t>
            </a:r>
            <a:endParaRPr lang="en-US" sz="3731" dirty="0"/>
          </a:p>
        </p:txBody>
      </p:sp>
      <p:sp>
        <p:nvSpPr>
          <p:cNvPr id="36" name="Text 33"/>
          <p:cNvSpPr/>
          <p:nvPr/>
        </p:nvSpPr>
        <p:spPr>
          <a:xfrm>
            <a:off x="1099551" y="4333047"/>
            <a:ext cx="967922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空気がきれいだ。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1283224" y="4519482"/>
            <a:ext cx="600605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Kūki ga kirei da.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1217814" y="4656637"/>
            <a:ext cx="731425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El aire está limpio.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3131334" y="3529013"/>
            <a:ext cx="2881303" cy="1471613"/>
          </a:xfrm>
          <a:prstGeom prst="rect">
            <a:avLst/>
          </a:prstGeom>
          <a:solidFill>
            <a:srgbClr val="FFFFFF">
              <a:alpha val="6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14797" y="3771063"/>
            <a:ext cx="514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九</a:t>
            </a:r>
            <a:endParaRPr lang="en-US" sz="3731" dirty="0"/>
          </a:p>
        </p:txBody>
      </p:sp>
      <p:sp>
        <p:nvSpPr>
          <p:cNvPr id="41" name="Text 38"/>
          <p:cNvSpPr/>
          <p:nvPr/>
        </p:nvSpPr>
        <p:spPr>
          <a:xfrm>
            <a:off x="4146919" y="4342563"/>
            <a:ext cx="850134" cy="157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1A1A1A"/>
                </a:solidFill>
              </a:rPr>
              <a:t>九月に始まる。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182442" y="4528998"/>
            <a:ext cx="779059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4A4A4A"/>
                </a:solidFill>
              </a:rPr>
              <a:t>Kugatsu ni hajimaru.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4059296" y="4666152"/>
            <a:ext cx="102537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Comienza en septiembre.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2025-11-26T17:44:48Z</dcterms:created>
  <dcterms:modified xsi:type="dcterms:W3CDTF">2025-11-26T17:44:48Z</dcterms:modified>
</cp:coreProperties>
</file>